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cd02a01f-bf07-a852-2f30-0b54d8c88614}">
          <p14:sldIdLst>
            <p14:sldId id="256"/>
            <p14:sldId id="257"/>
            <p14:sldId id="258"/>
          </p14:sldIdLst>
        </p14:section>
        <p14:section name="01 Tổng quan" id="{a1f89e92-6b47-e5bb-da0b-ec4a60e2a01a}">
          <p14:sldIdLst>
            <p14:sldId id="259"/>
            <p14:sldId id="260"/>
            <p14:sldId id="261"/>
            <p14:sldId id="262"/>
            <p14:sldId id="263"/>
          </p14:sldIdLst>
        </p14:section>
        <p14:section name="02 Điện nước công trình" id="{b42a08a1-5499-d2fd-63ad-f536bb1d8645}">
          <p14:sldIdLst>
            <p14:sldId id="264"/>
            <p14:sldId id="265"/>
            <p14:sldId id="266"/>
          </p14:sldIdLst>
        </p14:section>
        <p14:section name="03 Hút sương dầu nhà xưởng" id="{1c52ce9e-6f16-1773-b795-ddd67dcc051b}">
          <p14:sldIdLst>
            <p14:sldId id="267"/>
            <p14:sldId id="268"/>
            <p14:sldId id="269"/>
          </p14:sldIdLst>
        </p14:section>
        <p14:section name="04 Bơm &amp; xử lý nước" id="{620b43d2-c93a-6db5-6c7e-2ad85e2108fd}">
          <p14:sldIdLst>
            <p14:sldId id="270"/>
          </p14:sldIdLst>
        </p14:section>
        <p14:section name="05 Quản trị dự án" id="{6e02fdd8-c2e1-2504-8028-12de403e24de}">
          <p14:sldIdLst>
            <p14:sldId id="271"/>
            <p14:sldId id="272"/>
            <p14:sldId id="273"/>
          </p14:sldIdLst>
        </p14:section>
        <p14:section name="06 Nguồn lực" id="{dab69636-f6d3-0be9-ad96-3d6f4b17e0bd}">
          <p14:sldIdLst>
            <p14:sldId id="274"/>
            <p14:sldId id="275"/>
          </p14:sldIdLst>
        </p14:section>
        <p14:section name="07 Công trình tiêu biểu" id="{4ea2d90b-2650-e631-dafd-1877b6656964}">
          <p14:sldIdLst>
            <p14:sldId id="276"/>
            <p14:sldId id="277"/>
            <p14:sldId id="278"/>
            <p14:sldId id="279"/>
          </p14:sldIdLst>
        </p14:section>
        <p14:section name="08 Cam kết &amp; liên hệ" id="{8e016acf-ed49-7c10-040d-7675272d6ef0}">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100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sp>
        <p:nvSpPr>
          <p:cNvPr id="4" name="Shape 2"/>
          <p:cNvSpPr/>
          <p:nvPr/>
        </p:nvSpPr>
        <p:spPr>
          <a:xfrm>
            <a:off x="502920" y="1463040"/>
            <a:ext cx="6556248" cy="1600200"/>
          </a:xfrm>
          <a:prstGeom prst="roundRect">
            <a:avLst>
              <a:gd name="adj" fmla="val 4571"/>
            </a:avLst>
          </a:prstGeom>
          <a:solidFill>
            <a:schemeClr val="tx2"/>
          </a:solidFill>
          <a:ln w="12700">
            <a:solidFill>
              <a:schemeClr val="tx2"/>
            </a:solidFill>
            <a:prstDash val="solid"/>
          </a:ln>
        </p:spPr>
      </p:sp>
      <p:sp>
        <p:nvSpPr>
          <p:cNvPr id="5" name="Text 3"/>
          <p:cNvSpPr txBox="1"/>
          <p:nvPr/>
        </p:nvSpPr>
        <p:spPr>
          <a:xfrm>
            <a:off x="731520" y="141732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a:t>
            </a:r>
            <a:endParaRPr lang="en-US" sz="7200" dirty="0"/>
          </a:p>
        </p:txBody>
      </p:sp>
      <p:sp>
        <p:nvSpPr>
          <p:cNvPr id="6" name="Text 4"/>
          <p:cNvSpPr txBox="1"/>
          <p:nvPr/>
        </p:nvSpPr>
        <p:spPr>
          <a:xfrm>
            <a:off x="1463040" y="1645920"/>
            <a:ext cx="5321808" cy="914400"/>
          </a:xfrm>
          <a:prstGeom prst="rect">
            <a:avLst/>
          </a:prstGeom>
          <a:noFill/>
          <a:ln/>
        </p:spPr>
        <p:txBody>
          <a:bodyPr wrap="square" lIns="0" tIns="0" rIns="0" bIns="0" rtlCol="0" anchor="ctr"/>
          <a:lstStyle/>
          <a:p>
            <a:pPr indent="0" marL="0">
              <a:lnSpc>
                <a:spcPct val="110000"/>
              </a:lnSpc>
              <a:buNone/>
            </a:pPr>
            <a:r>
              <a:rPr lang="en-US" sz="1500" b="1" dirty="0">
                <a:solidFill>
                  <a:schemeClr val="bg1"/>
                </a:solidFill>
                <a:latin typeface="Arial" pitchFamily="34" charset="0"/>
                <a:ea typeface="Arial" pitchFamily="34" charset="-122"/>
                <a:cs typeface="Arial" pitchFamily="34" charset="-120"/>
              </a:rPr>
              <a:t>Hạng mục điện nước nằm khuất sau trần và trong tường, nhưng quyết định sự an toàn và vận hành lâu dài của mỗi công trình.</a:t>
            </a:r>
            <a:endParaRPr lang="en-US" sz="1500" dirty="0"/>
          </a:p>
        </p:txBody>
      </p:sp>
      <p:sp>
        <p:nvSpPr>
          <p:cNvPr id="7" name="Text 5"/>
          <p:cNvSpPr txBox="1"/>
          <p:nvPr/>
        </p:nvSpPr>
        <p:spPr>
          <a:xfrm>
            <a:off x="1463040" y="2606040"/>
            <a:ext cx="5321808" cy="274320"/>
          </a:xfrm>
          <a:prstGeom prst="rect">
            <a:avLst/>
          </a:prstGeom>
          <a:noFill/>
          <a:ln/>
        </p:spPr>
        <p:txBody>
          <a:bodyPr wrap="square" lIns="0" tIns="0" rIns="0" bIns="0" rtlCol="0" anchor="ctr"/>
          <a:lstStyle/>
          <a:p>
            <a:pPr indent="0" marL="0">
              <a:buNone/>
            </a:pPr>
            <a:r>
              <a:rPr lang="en-US" sz="950" b="1" spc="150" kern="0" dirty="0">
                <a:solidFill>
                  <a:schemeClr val="accent1"/>
                </a:solidFill>
              </a:rPr>
              <a:t>— HỒ VĂN BÌNH, GIÁM ĐỐC</a:t>
            </a:r>
            <a:endParaRPr lang="en-US" sz="950" dirty="0"/>
          </a:p>
        </p:txBody>
      </p:sp>
      <p:sp>
        <p:nvSpPr>
          <p:cNvPr id="8" name="Text 6"/>
          <p:cNvSpPr txBox="1"/>
          <p:nvPr/>
        </p:nvSpPr>
        <p:spPr>
          <a:xfrm>
            <a:off x="502920" y="3383280"/>
            <a:ext cx="6556248" cy="3931920"/>
          </a:xfrm>
          <a:prstGeom prst="rect">
            <a:avLst/>
          </a:prstGeom>
          <a:noFill/>
          <a:ln/>
        </p:spPr>
        <p:txBody>
          <a:bodyPr wrap="square" lIns="0" tIns="0" rIns="0" bIns="0" rtlCol="0" anchor="t"/>
          <a:lstStyle/>
          <a:p>
            <a:pPr indent="0" marL="0">
              <a:lnSpc>
                <a:spcPct val="120000"/>
              </a:lnSpc>
              <a:spcAft>
                <a:spcPts val="900"/>
              </a:spcAft>
              <a:buNone/>
            </a:pPr>
            <a:r>
              <a:rPr lang="en-US" sz="1150" b="1" dirty="0">
                <a:solidFill>
                  <a:schemeClr val="tx2"/>
                </a:solidFill>
              </a:rPr>
              <a:t>Kính gửi Quý Khách hàng và Quý Đối tác,</a:t>
            </a:r>
            <a:endParaRPr lang="en-US" sz="1150" dirty="0"/>
          </a:p>
          <a:p>
            <a:pPr indent="0" marL="0">
              <a:lnSpc>
                <a:spcPct val="120000"/>
              </a:lnSpc>
              <a:spcAft>
                <a:spcPts val="9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20000"/>
              </a:lnSpc>
              <a:spcAft>
                <a:spcPts val="900"/>
              </a:spcAft>
              <a:buNone/>
            </a:pPr>
            <a:r>
              <a:rPr lang="en-US" sz="1150" dirty="0">
                <a:solidFill>
                  <a:schemeClr val="tx1"/>
                </a:solidFill>
              </a:rPr>
              <a:t>BLT là đơn vị thi công chuyên sâu về hệ thống kỹ thuật công trình: điện, cấp thoát nước, đường ống công nghệ, hút sương dầu – lọc khí nhà xưởng và bơm – xử lý nước. Đội ngũ 100 người của chúng tôi đang trực tiếp thi công tại Nghệ An, Ninh Bình và Thành phố Huế, từ công trình nhiều tầng đến nhà xưởng sản xuất đang vận hành.</a:t>
            </a:r>
            <a:endParaRPr lang="en-US" sz="1150" dirty="0"/>
          </a:p>
          <a:p>
            <a:pPr indent="0" marL="0">
              <a:lnSpc>
                <a:spcPct val="120000"/>
              </a:lnSpc>
              <a:spcAft>
                <a:spcPts val="900"/>
              </a:spcAft>
              <a:buNone/>
            </a:pPr>
            <a:r>
              <a:rPr lang="en-US" sz="1150" dirty="0">
                <a:solidFill>
                  <a:schemeClr val="tx1"/>
                </a:solidFill>
              </a:rPr>
              <a:t>Mỗi công việc tại BLT đều đi theo quy trình: khảo sát, lập phương án, chuẩn bị vật tư, thi công, kiểm tra – thử nghiệm, nghiệm thu và bảo hành. Hình ảnh hiện trường được ghi nhận kèm thời gian và vị trí để minh bạch với khách hàng.</a:t>
            </a:r>
            <a:endParaRPr lang="en-US" sz="1150" dirty="0"/>
          </a:p>
          <a:p>
            <a:pPr indent="0" marL="0">
              <a:lnSpc>
                <a:spcPct val="120000"/>
              </a:lnSpc>
              <a:spcAft>
                <a:spcPts val="900"/>
              </a:spcAft>
              <a:buNone/>
            </a:pPr>
            <a:r>
              <a:rPr lang="en-US" sz="1150" dirty="0">
                <a:solidFill>
                  <a:schemeClr val="tx1"/>
                </a:solidFill>
              </a:rPr>
              <a:t>Với phương châm “Giải pháp điện nước – Uy tín &amp; Chất lượng”, BLT mong được đồng hành cùng Quý vị trong các dự án sắp tới.</a:t>
            </a:r>
            <a:endParaRPr lang="en-US" sz="1150" dirty="0"/>
          </a:p>
          <a:p>
            <a:pPr indent="0" marL="0">
              <a:lnSpc>
                <a:spcPct val="120000"/>
              </a:lnSpc>
              <a:spcAft>
                <a:spcPts val="900"/>
              </a:spcAft>
              <a:buNone/>
            </a:pPr>
            <a:r>
              <a:rPr lang="en-US" sz="1150" b="1" dirty="0">
                <a:solidFill>
                  <a:schemeClr val="tx2"/>
                </a:solidFill>
              </a:rPr>
              <a:t>Trân trọng!</a:t>
            </a:r>
            <a:endParaRPr lang="en-US" sz="1150" dirty="0"/>
          </a:p>
        </p:txBody>
      </p:sp>
      <p:pic>
        <p:nvPicPr>
          <p:cNvPr id="9" name="photo img79.jpg" descr="Đội thi công BLT tại nhà xưởng gia công CNC – Hưng Nguyên, Nghệ An">    </p:cNvPr>
          <p:cNvPicPr>
            <a:picLocks noChangeAspect="1"/>
          </p:cNvPicPr>
          <p:nvPr/>
        </p:nvPicPr>
        <p:blipFill>
          <a:blip r:embed="rId1"/>
          <a:stretch>
            <a:fillRect/>
          </a:stretch>
        </p:blipFill>
        <p:spPr>
          <a:xfrm>
            <a:off x="502920" y="7040880"/>
            <a:ext cx="3566160" cy="2606040"/>
          </a:xfrm>
          <a:prstGeom prst="rect">
            <a:avLst/>
          </a:prstGeom>
        </p:spPr>
      </p:pic>
      <p:sp>
        <p:nvSpPr>
          <p:cNvPr id="10" name="Text 7"/>
          <p:cNvSpPr txBox="1"/>
          <p:nvPr/>
        </p:nvSpPr>
        <p:spPr>
          <a:xfrm>
            <a:off x="502920" y="9683496"/>
            <a:ext cx="356616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nhà xưởng gia công CNC – Hưng Nguyên, Nghệ An</a:t>
            </a:r>
            <a:endParaRPr lang="en-US" sz="800" dirty="0"/>
          </a:p>
        </p:txBody>
      </p:sp>
      <p:sp>
        <p:nvSpPr>
          <p:cNvPr id="11" name="Text 8"/>
          <p:cNvSpPr txBox="1"/>
          <p:nvPr/>
        </p:nvSpPr>
        <p:spPr>
          <a:xfrm>
            <a:off x="4343400" y="7086600"/>
            <a:ext cx="2715768" cy="274320"/>
          </a:xfrm>
          <a:prstGeom prst="rect">
            <a:avLst/>
          </a:prstGeom>
          <a:noFill/>
          <a:ln/>
        </p:spPr>
        <p:txBody>
          <a:bodyPr wrap="square" lIns="0" tIns="0" rIns="0" bIns="0" rtlCol="0" anchor="ctr"/>
          <a:lstStyle/>
          <a:p>
            <a:pPr algn="ctr" indent="0" marL="0">
              <a:buNone/>
            </a:pPr>
            <a:r>
              <a:rPr lang="en-US" sz="1050" i="1" dirty="0">
                <a:solidFill>
                  <a:schemeClr val="accent3"/>
                </a:solidFill>
              </a:rPr>
              <a:t>Nghệ An, tháng 10 năm 2026</a:t>
            </a:r>
            <a:endParaRPr lang="en-US" sz="1050" dirty="0"/>
          </a:p>
        </p:txBody>
      </p:sp>
      <p:sp>
        <p:nvSpPr>
          <p:cNvPr id="12" name="Text 9"/>
          <p:cNvSpPr txBox="1"/>
          <p:nvPr/>
        </p:nvSpPr>
        <p:spPr>
          <a:xfrm>
            <a:off x="4343400" y="7406640"/>
            <a:ext cx="2715768" cy="274320"/>
          </a:xfrm>
          <a:prstGeom prst="rect">
            <a:avLst/>
          </a:prstGeom>
          <a:noFill/>
          <a:ln/>
        </p:spPr>
        <p:txBody>
          <a:bodyPr wrap="square" lIns="0" tIns="0" rIns="0" bIns="0" rtlCol="0" anchor="ctr"/>
          <a:lstStyle/>
          <a:p>
            <a:pPr algn="ctr" indent="0" marL="0">
              <a:buNone/>
            </a:pPr>
            <a:r>
              <a:rPr lang="en-US" sz="1100" b="1" spc="200" kern="0" dirty="0">
                <a:solidFill>
                  <a:schemeClr val="tx2"/>
                </a:solidFill>
                <a:latin typeface="Arial" pitchFamily="34" charset="0"/>
                <a:ea typeface="Arial" pitchFamily="34" charset="-122"/>
                <a:cs typeface="Arial" pitchFamily="34" charset="-120"/>
              </a:rPr>
              <a:t>GIÁM ĐỐC</a:t>
            </a:r>
            <a:endParaRPr lang="en-US" sz="1100" dirty="0"/>
          </a:p>
        </p:txBody>
      </p:sp>
      <p:sp>
        <p:nvSpPr>
          <p:cNvPr id="13" name="Text 10"/>
          <p:cNvSpPr txBox="1"/>
          <p:nvPr/>
        </p:nvSpPr>
        <p:spPr>
          <a:xfrm>
            <a:off x="4343400" y="7680960"/>
            <a:ext cx="2715768" cy="228600"/>
          </a:xfrm>
          <a:prstGeom prst="rect">
            <a:avLst/>
          </a:prstGeom>
          <a:noFill/>
          <a:ln/>
        </p:spPr>
        <p:txBody>
          <a:bodyPr wrap="square" lIns="0" tIns="0" rIns="0" bIns="0" rtlCol="0" anchor="ctr"/>
          <a:lstStyle/>
          <a:p>
            <a:pPr algn="ctr" indent="0" marL="0">
              <a:buNone/>
            </a:pPr>
            <a:r>
              <a:rPr lang="en-US" sz="900" i="1" dirty="0">
                <a:solidFill>
                  <a:schemeClr val="accent3"/>
                </a:solidFill>
              </a:rPr>
              <a:t>(Ký tên, đóng dấu)</a:t>
            </a:r>
            <a:endParaRPr lang="en-US" sz="900" dirty="0"/>
          </a:p>
        </p:txBody>
      </p:sp>
      <p:sp>
        <p:nvSpPr>
          <p:cNvPr id="14" name="Text 11"/>
          <p:cNvSpPr txBox="1"/>
          <p:nvPr/>
        </p:nvSpPr>
        <p:spPr>
          <a:xfrm>
            <a:off x="4343400" y="9189720"/>
            <a:ext cx="2715768" cy="365760"/>
          </a:xfrm>
          <a:prstGeom prst="rect">
            <a:avLst/>
          </a:prstGeom>
          <a:noFill/>
          <a:ln/>
        </p:spPr>
        <p:txBody>
          <a:bodyPr wrap="square" lIns="0" tIns="0" rIns="0" bIns="0" rtlCol="0" anchor="ctr"/>
          <a:lstStyle/>
          <a:p>
            <a:pPr algn="ctr" indent="0" marL="0">
              <a:buNone/>
            </a:pPr>
            <a:r>
              <a:rPr lang="en-US" sz="1600" b="1" dirty="0">
                <a:solidFill>
                  <a:schemeClr val="tx2"/>
                </a:solidFill>
                <a:latin typeface="Arial" pitchFamily="34" charset="0"/>
                <a:ea typeface="Arial" pitchFamily="34" charset="-122"/>
                <a:cs typeface="Arial" pitchFamily="34" charset="-120"/>
              </a:rPr>
              <a:t>HỒ VĂN BÌNH</a:t>
            </a:r>
            <a:endParaRPr lang="en-US" sz="16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100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2775204" y="1371600"/>
            <a:ext cx="2011680" cy="2011680"/>
          </a:xfrm>
          <a:prstGeom prst="rect">
            <a:avLst/>
          </a:prstGeom>
        </p:spPr>
      </p:pic>
      <p:sp>
        <p:nvSpPr>
          <p:cNvPr id="3" name="Text 0"/>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4" name="Text 1"/>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5" name="Text 2"/>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6" name="Text 3"/>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7" name="Text 4"/>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8" name="Text 5"/>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9" name="Text 6"/>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0" name="Text 7"/>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1" name="Text 8"/>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2" name="Text 9"/>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3" name="Text 10"/>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4" name="Text 11"/>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5" name="Text 12"/>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6" name="Text 13"/>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7" name="Text 14"/>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18" name="Text 15"/>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2026-10-11T00:06:27Z</dcterms:created>
  <dcterms:modified xsi:type="dcterms:W3CDTF">2026-10-11T00:06:27Z</dcterms:modified>
</cp:coreProperties>
</file>