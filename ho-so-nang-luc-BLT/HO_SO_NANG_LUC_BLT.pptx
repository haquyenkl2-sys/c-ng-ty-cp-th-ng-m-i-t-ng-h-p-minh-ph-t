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f82367c7-e37b-13b4-9831-0d0c3137cc05}">
          <p14:sldIdLst>
            <p14:sldId id="256"/>
            <p14:sldId id="257"/>
            <p14:sldId id="258"/>
          </p14:sldIdLst>
        </p14:section>
        <p14:section name="01 Tổng quan" id="{71d548a8-3210-6f90-e3aa-0985269bde41}">
          <p14:sldIdLst>
            <p14:sldId id="259"/>
            <p14:sldId id="260"/>
            <p14:sldId id="261"/>
            <p14:sldId id="262"/>
            <p14:sldId id="263"/>
          </p14:sldIdLst>
        </p14:section>
        <p14:section name="02 Điện nước công trình" id="{9911fe74-6450-1b72-485e-f868bcf873da}">
          <p14:sldIdLst>
            <p14:sldId id="264"/>
            <p14:sldId id="265"/>
            <p14:sldId id="266"/>
          </p14:sldIdLst>
        </p14:section>
        <p14:section name="03 Hút sương dầu nhà xưởng" id="{340ccb19-beee-fb55-0791-498b7b224688}">
          <p14:sldIdLst>
            <p14:sldId id="267"/>
            <p14:sldId id="268"/>
            <p14:sldId id="269"/>
          </p14:sldIdLst>
        </p14:section>
        <p14:section name="04 Bơm &amp; xử lý nước" id="{d120f84e-0813-8819-65f9-92e5cab694e4}">
          <p14:sldIdLst>
            <p14:sldId id="270"/>
          </p14:sldIdLst>
        </p14:section>
        <p14:section name="05 Quản trị dự án" id="{ebb497a1-8436-e4c7-70ec-f7622bc3cabf}">
          <p14:sldIdLst>
            <p14:sldId id="271"/>
            <p14:sldId id="272"/>
            <p14:sldId id="273"/>
          </p14:sldIdLst>
        </p14:section>
        <p14:section name="06 Nguồn lực" id="{03d3f5c6-4d43-3430-21ea-fab15475e993}">
          <p14:sldIdLst>
            <p14:sldId id="274"/>
            <p14:sldId id="275"/>
          </p14:sldIdLst>
        </p14:section>
        <p14:section name="07 Công trình tiêu biểu" id="{1db55b8b-f7cb-6779-aa02-f52273827b50}">
          <p14:sldIdLst>
            <p14:sldId id="276"/>
            <p14:sldId id="277"/>
            <p14:sldId id="278"/>
            <p14:sldId id="279"/>
          </p14:sldIdLst>
        </p14:section>
        <p14:section name="08 Cam kết &amp; liên hệ" id="{818dea26-c9c2-2d94-64d5-bef0131be5f4}">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img56_cov.jpg" descr="Đội ngũ công nhân BLT">    </p:cNvPr>
          <p:cNvPicPr>
            <a:picLocks noChangeAspect="1"/>
          </p:cNvPicPr>
          <p:nvPr/>
        </p:nvPicPr>
        <p:blipFill>
          <a:blip r:embed="rId1"/>
          <a:stretch>
            <a:fillRect/>
          </a:stretch>
        </p:blipFill>
        <p:spPr>
          <a:xfrm>
            <a:off x="0" y="0"/>
            <a:ext cx="3749040" cy="6583680"/>
          </a:xfrm>
          <a:prstGeom prst="rect">
            <a:avLst/>
          </a:prstGeom>
        </p:spPr>
      </p:pic>
      <p:pic>
        <p:nvPicPr>
          <p:cNvPr id="3" name="cover team img45.jpg" descr="Đội ngũ công nhân BLT">    </p:cNvPr>
          <p:cNvPicPr>
            <a:picLocks noChangeAspect="1"/>
          </p:cNvPicPr>
          <p:nvPr/>
        </p:nvPicPr>
        <p:blipFill>
          <a:blip r:embed="rId2"/>
          <a:stretch>
            <a:fillRect/>
          </a:stretch>
        </p:blipFill>
        <p:spPr>
          <a:xfrm>
            <a:off x="3822192" y="0"/>
            <a:ext cx="3739896" cy="3255264"/>
          </a:xfrm>
          <a:prstGeom prst="rect">
            <a:avLst/>
          </a:prstGeom>
        </p:spPr>
      </p:pic>
      <p:pic>
        <p:nvPicPr>
          <p:cNvPr id="4" name="cover team qt_team.jpg" descr="Đội ngũ công nhân BLT">    </p:cNvPr>
          <p:cNvPicPr>
            <a:picLocks noChangeAspect="1"/>
          </p:cNvPicPr>
          <p:nvPr/>
        </p:nvPicPr>
        <p:blipFill>
          <a:blip r:embed="rId3"/>
          <a:stretch>
            <a:fillRect/>
          </a:stretch>
        </p:blipFill>
        <p:spPr>
          <a:xfrm>
            <a:off x="3822192" y="3328416"/>
            <a:ext cx="3739896" cy="3255264"/>
          </a:xfrm>
          <a:prstGeom prst="rect">
            <a:avLst/>
          </a:prstGeom>
        </p:spPr>
      </p:pic>
      <p:sp>
        <p:nvSpPr>
          <p:cNvPr id="5" name="Shape 0"/>
          <p:cNvSpPr/>
          <p:nvPr/>
        </p:nvSpPr>
        <p:spPr>
          <a:xfrm>
            <a:off x="0" y="6583680"/>
            <a:ext cx="7562088" cy="4105656"/>
          </a:xfrm>
          <a:prstGeom prst="rect">
            <a:avLst/>
          </a:prstGeom>
          <a:solidFill>
            <a:schemeClr val="tx2"/>
          </a:solidFill>
          <a:ln w="12700">
            <a:solidFill>
              <a:schemeClr val="tx2"/>
            </a:solidFill>
            <a:prstDash val="solid"/>
          </a:ln>
        </p:spPr>
      </p:sp>
      <p:pic>
        <p:nvPicPr>
          <p:cNvPr id="6" name="logo" descr="preencoded.png">    </p:cNvPr>
          <p:cNvPicPr>
            <a:picLocks noChangeAspect="1"/>
          </p:cNvPicPr>
          <p:nvPr/>
        </p:nvPicPr>
        <p:blipFill>
          <a:blip r:embed="rId4"/>
          <a:stretch>
            <a:fillRect/>
          </a:stretch>
        </p:blipFill>
        <p:spPr>
          <a:xfrm>
            <a:off x="6007608" y="7040880"/>
            <a:ext cx="1051560" cy="1051560"/>
          </a:xfrm>
          <a:prstGeom prst="rect">
            <a:avLst/>
          </a:prstGeom>
        </p:spPr>
      </p:pic>
      <p:sp>
        <p:nvSpPr>
          <p:cNvPr id="7"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8"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9"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0"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1"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2"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3"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4"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5"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2026-10-10T23:19:21Z</dcterms:created>
  <dcterms:modified xsi:type="dcterms:W3CDTF">2026-10-10T23:19:21Z</dcterms:modified>
</cp:coreProperties>
</file>