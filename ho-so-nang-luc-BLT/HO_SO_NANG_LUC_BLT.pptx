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5210eb87-2eec-e2b7-0645-4a9a6b3afc3f}">
          <p14:sldIdLst>
            <p14:sldId id="256"/>
            <p14:sldId id="257"/>
            <p14:sldId id="258"/>
          </p14:sldIdLst>
        </p14:section>
        <p14:section name="01 Tổng quan" id="{e8836b11-c9b5-823c-92a1-685148a11d09}">
          <p14:sldIdLst>
            <p14:sldId id="259"/>
            <p14:sldId id="260"/>
            <p14:sldId id="261"/>
            <p14:sldId id="262"/>
            <p14:sldId id="263"/>
          </p14:sldIdLst>
        </p14:section>
        <p14:section name="02 Điện nước công trình" id="{ad650f48-fa47-de60-7f6d-1ebdfa285152}">
          <p14:sldIdLst>
            <p14:sldId id="264"/>
            <p14:sldId id="265"/>
            <p14:sldId id="266"/>
          </p14:sldIdLst>
        </p14:section>
        <p14:section name="03 Hút sương dầu nhà xưởng" id="{aa954143-323b-70a6-42ba-010334ff2c2a}">
          <p14:sldIdLst>
            <p14:sldId id="267"/>
            <p14:sldId id="268"/>
            <p14:sldId id="269"/>
          </p14:sldIdLst>
        </p14:section>
        <p14:section name="04 Bơm &amp; xử lý nước" id="{30d72375-f995-10f6-7aa4-0e32d59d5615}">
          <p14:sldIdLst>
            <p14:sldId id="270"/>
          </p14:sldIdLst>
        </p14:section>
        <p14:section name="05 Quản trị dự án" id="{ff1af035-8ac7-0547-8a00-40daa18ed449}">
          <p14:sldIdLst>
            <p14:sldId id="271"/>
            <p14:sldId id="272"/>
            <p14:sldId id="273"/>
          </p14:sldIdLst>
        </p14:section>
        <p14:section name="06 Nguồn lực" id="{7db12cff-9614-0a7f-7e16-5d3d16b7aaf1}">
          <p14:sldIdLst>
            <p14:sldId id="274"/>
            <p14:sldId id="275"/>
          </p14:sldIdLst>
        </p14:section>
        <p14:section name="07 Công trình tiêu biểu" id="{bca997de-3665-3664-f29a-f739d9af7bc8}">
          <p14:sldIdLst>
            <p14:sldId id="276"/>
            <p14:sldId id="277"/>
            <p14:sldId id="278"/>
            <p14:sldId id="279"/>
          </p14:sldIdLst>
        </p14:section>
        <p14:section name="08 Cam kết &amp; liên hệ" id="{84bb1583-8c83-f3a5-e54c-4cd4ab330e43}">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773168" y="27432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773168" y="27432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THÔNG ĐIỆP TỪ GIÁM ĐỐC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Quảng Trị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069080" y="7086600"/>
            <a:ext cx="299008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ngày 10 tháng 10 năm 2026</a:t>
            </a:r>
            <a:endParaRPr lang="en-US" sz="1050" dirty="0"/>
          </a:p>
        </p:txBody>
      </p:sp>
      <p:sp>
        <p:nvSpPr>
          <p:cNvPr id="10" name="Text 8"/>
          <p:cNvSpPr txBox="1"/>
          <p:nvPr/>
        </p:nvSpPr>
        <p:spPr>
          <a:xfrm>
            <a:off x="4069080" y="7406640"/>
            <a:ext cx="299008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pic>
        <p:nvPicPr>
          <p:cNvPr id="11" name="chu ky va con dau" descr="Chữ ký và con dấu Giám đốc Hồ Văn Bình">    </p:cNvPr>
          <p:cNvPicPr>
            <a:picLocks noChangeAspect="1"/>
          </p:cNvPicPr>
          <p:nvPr/>
        </p:nvPicPr>
        <p:blipFill>
          <a:blip r:embed="rId1"/>
          <a:stretch>
            <a:fillRect/>
          </a:stretch>
        </p:blipFill>
        <p:spPr>
          <a:xfrm>
            <a:off x="4871466" y="7726680"/>
            <a:ext cx="2286000" cy="1390650"/>
          </a:xfrm>
          <a:prstGeom prst="rect">
            <a:avLst/>
          </a:prstGeom>
        </p:spPr>
      </p:pic>
      <p:sp>
        <p:nvSpPr>
          <p:cNvPr id="12" name="Text 9"/>
          <p:cNvSpPr txBox="1"/>
          <p:nvPr/>
        </p:nvSpPr>
        <p:spPr>
          <a:xfrm>
            <a:off x="4069080" y="9253728"/>
            <a:ext cx="299008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Quảng Trị • Huế</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văn phòng,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640080">
                <a:tc>
                  <a:txBody>
                    <a:bodyPr/>
                    <a:lstStyle/>
                    <a:p>
                      <a:pPr indent="0" marL="0">
                        <a:buNone/>
                      </a:pPr>
                      <a:r>
                        <a:rPr lang="en-US" sz="1050" b="1" dirty="0">
                          <a:solidFill>
                            <a:schemeClr val="tx2"/>
                          </a:solidFill>
                        </a:rPr>
                        <a:t>Tên doanh nghiệp</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TNHH KỸ THUẬT CÔNG TRÌNH BLT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Mã số doanh nghiệp / MST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2902269718</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Địa chỉ trụ sở</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Số 2A đường Nguyễn Khánh Toàn, khối Trường Phúc, phường Trường Vinh, tỉnh Nghệ An, Việt Nam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Chủ sở hữu</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Người đại diện theo pháp luật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 – Giám đốc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Điện thoại</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0984 586 089</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640080">
                <a:tc>
                  <a:txBody>
                    <a:bodyPr/>
                    <a:lstStyle/>
                    <a:p>
                      <a:pPr indent="0" marL="0">
                        <a:buNone/>
                      </a:pPr>
                      <a:r>
                        <a:rPr lang="en-US" sz="1050" b="1" dirty="0">
                          <a:solidFill>
                            <a:schemeClr val="tx2"/>
                          </a:solidFill>
                        </a:rPr>
                        <a:t>Email</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hobinh150589@gmail.com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446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6" name="Shape 3"/>
          <p:cNvSpPr/>
          <p:nvPr/>
        </p:nvSpPr>
        <p:spPr>
          <a:xfrm>
            <a:off x="502920" y="6720840"/>
            <a:ext cx="6556248" cy="2880360"/>
          </a:xfrm>
          <a:prstGeom prst="roundRect">
            <a:avLst>
              <a:gd name="adj" fmla="val 2540"/>
            </a:avLst>
          </a:prstGeom>
          <a:solidFill>
            <a:schemeClr val="bg2"/>
          </a:solidFill>
          <a:ln w="12700">
            <a:solidFill>
              <a:schemeClr val="bg2"/>
            </a:solidFill>
            <a:prstDash val="solid"/>
          </a:ln>
        </p:spPr>
      </p:sp>
      <p:sp>
        <p:nvSpPr>
          <p:cNvPr id="7" name="Text 4"/>
          <p:cNvSpPr txBox="1"/>
          <p:nvPr/>
        </p:nvSpPr>
        <p:spPr>
          <a:xfrm>
            <a:off x="777240" y="6903720"/>
            <a:ext cx="6007608" cy="2514600"/>
          </a:xfrm>
          <a:prstGeom prst="rect">
            <a:avLst/>
          </a:prstGeom>
          <a:noFill/>
          <a:ln/>
        </p:spPr>
        <p:txBody>
          <a:bodyPr wrap="square" lIns="0" tIns="0" rIns="0" bIns="0" rtlCol="0" anchor="ctr"/>
          <a:lstStyle/>
          <a:p>
            <a:pPr marL="152400" indent="-152400">
              <a:lnSpc>
                <a:spcPct val="170000"/>
              </a:lnSpc>
              <a:spcAft>
                <a:spcPts val="900"/>
              </a:spcAft>
              <a:buSzPct val="100000"/>
              <a:buChar char="•"/>
            </a:pPr>
            <a:r>
              <a:rPr lang="en-US" sz="1150" dirty="0">
                <a:solidFill>
                  <a:schemeClr val="tx1"/>
                </a:solidFill>
              </a:rPr>
              <a:t>Lắp đặt hệ thống điện động lực, điện chiếu sáng, tủ điện, máng – thang cáp</a:t>
            </a:r>
            <a:endParaRPr lang="en-US" sz="1150" dirty="0"/>
          </a:p>
          <a:p>
            <a:pPr marL="152400" indent="-152400">
              <a:lnSpc>
                <a:spcPct val="170000"/>
              </a:lnSpc>
              <a:spcAft>
                <a:spcPts val="900"/>
              </a:spcAft>
              <a:buSzPct val="100000"/>
              <a:buChar char="•"/>
            </a:pPr>
            <a:r>
              <a:rPr lang="en-US" sz="1150" dirty="0">
                <a:solidFill>
                  <a:schemeClr val="tx1"/>
                </a:solidFill>
              </a:rPr>
              <a:t>Lắp đặt hệ thống cấp, thoát nước công trình dân dụng và công nghiệp</a:t>
            </a:r>
            <a:endParaRPr lang="en-US" sz="1150" dirty="0"/>
          </a:p>
          <a:p>
            <a:pPr marL="152400" indent="-152400">
              <a:lnSpc>
                <a:spcPct val="170000"/>
              </a:lnSpc>
              <a:spcAft>
                <a:spcPts val="900"/>
              </a:spcAft>
              <a:buSzPct val="100000"/>
              <a:buChar char="•"/>
            </a:pPr>
            <a:r>
              <a:rPr lang="en-US" sz="1150" dirty="0">
                <a:solidFill>
                  <a:schemeClr val="tx1"/>
                </a:solidFill>
              </a:rPr>
              <a:t>Lắp đặt hệ thống đường ống công nghệ, hút sương dầu – lọc khí nhà xưởng</a:t>
            </a:r>
            <a:endParaRPr lang="en-US" sz="1150" dirty="0"/>
          </a:p>
          <a:p>
            <a:pPr marL="152400" indent="-152400">
              <a:lnSpc>
                <a:spcPct val="170000"/>
              </a:lnSpc>
              <a:spcAft>
                <a:spcPts val="900"/>
              </a:spcAft>
              <a:buSzPct val="100000"/>
              <a:buChar char="•"/>
            </a:pPr>
            <a:r>
              <a:rPr lang="en-US" sz="1150" dirty="0">
                <a:solidFill>
                  <a:schemeClr val="tx1"/>
                </a:solidFill>
              </a:rPr>
              <a:t>Lắp đặt máy móc, thiết bị công nghiệp: bơm, bồn lọc, thiết bị xử lý nước</a:t>
            </a:r>
            <a:endParaRPr lang="en-US" sz="1150" dirty="0"/>
          </a:p>
          <a:p>
            <a:pPr marL="152400" indent="-152400">
              <a:lnSpc>
                <a:spcPct val="170000"/>
              </a:lnSpc>
              <a:spcAft>
                <a:spcPts val="900"/>
              </a:spcAft>
              <a:buSzPct val="100000"/>
              <a:buChar char="•"/>
            </a:pPr>
            <a:r>
              <a:rPr lang="en-US" sz="1150" dirty="0">
                <a:solidFill>
                  <a:schemeClr val="tx1"/>
                </a:solidFill>
              </a:rPr>
              <a:t>Bảo trì, sửa chữa, cải tạo hệ thống kỹ thuật công trình</a:t>
            </a:r>
            <a:endParaRPr lang="en-US" sz="11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Các nhóm giải pháp chính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văn phòng,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nhân viên văn phòng,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3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502920" y="411480"/>
            <a:ext cx="1280160" cy="128016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2026-10-12T03:33:25Z</dcterms:created>
  <dcterms:modified xsi:type="dcterms:W3CDTF">2026-10-12T03:33:25Z</dcterms:modified>
</cp:coreProperties>
</file>