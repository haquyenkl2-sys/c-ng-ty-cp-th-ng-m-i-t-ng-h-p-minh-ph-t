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19ec03f-f260-cf16-5d88-46e41138843f}">
          <p14:sldIdLst>
            <p14:sldId id="256"/>
            <p14:sldId id="257"/>
            <p14:sldId id="258"/>
          </p14:sldIdLst>
        </p14:section>
        <p14:section name="01 Tổng quan" id="{d002e851-f30f-00dc-24d9-438d18ca9cea}">
          <p14:sldIdLst>
            <p14:sldId id="259"/>
            <p14:sldId id="260"/>
            <p14:sldId id="261"/>
            <p14:sldId id="262"/>
            <p14:sldId id="263"/>
          </p14:sldIdLst>
        </p14:section>
        <p14:section name="02 Điện nước công trình" id="{99e69f19-c0ca-71f0-f694-47a470348328}">
          <p14:sldIdLst>
            <p14:sldId id="264"/>
            <p14:sldId id="265"/>
            <p14:sldId id="266"/>
          </p14:sldIdLst>
        </p14:section>
        <p14:section name="03 Hút sương dầu nhà xưởng" id="{36c424ea-5e63-1ea8-0593-a4f41ea623ea}">
          <p14:sldIdLst>
            <p14:sldId id="267"/>
            <p14:sldId id="268"/>
            <p14:sldId id="269"/>
          </p14:sldIdLst>
        </p14:section>
        <p14:section name="04 Bơm &amp; xử lý nước" id="{9cc694c4-0d90-1247-b717-b70bc2409ef4}">
          <p14:sldIdLst>
            <p14:sldId id="270"/>
          </p14:sldIdLst>
        </p14:section>
        <p14:section name="05 Quản trị dự án" id="{f3c0da2a-10d8-1778-b8c6-d84e825d457d}">
          <p14:sldIdLst>
            <p14:sldId id="271"/>
            <p14:sldId id="272"/>
            <p14:sldId id="273"/>
          </p14:sldIdLst>
        </p14:section>
        <p14:section name="06 Nguồn lực" id="{4a67c860-a158-45d6-b6be-eef399dc1dcc}">
          <p14:sldIdLst>
            <p14:sldId id="274"/>
            <p14:sldId id="275"/>
          </p14:sldIdLst>
        </p14:section>
        <p14:section name="07 Công trình tiêu biểu" id="{4fab3385-d8d9-446d-c207-cbe945f0e5d9}">
          <p14:sldIdLst>
            <p14:sldId id="276"/>
            <p14:sldId id="277"/>
            <p14:sldId id="278"/>
            <p14:sldId id="279"/>
          </p14:sldIdLst>
        </p14:section>
        <p14:section name="08 Cam kết &amp; liên hệ" id="{ead55641-63a9-0b1a-0477-e5e0c0cae380}">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không chỉ lắp đặt điện nước –</a:t>
            </a:r>
            <a:endParaRPr lang="en-US" sz="1700" dirty="0"/>
          </a:p>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lắp đặt </a:t>
            </a:r>
            <a:pPr indent="0" marL="0">
              <a:lnSpc>
                <a:spcPct val="110000"/>
              </a:lnSpc>
              <a:buNone/>
            </a:pPr>
            <a:r>
              <a:rPr lang="en-US" sz="1700" b="1" dirty="0">
                <a:solidFill>
                  <a:schemeClr val="accent1"/>
                </a:solidFill>
                <a:latin typeface="Arial" pitchFamily="34" charset="0"/>
                <a:ea typeface="Arial" pitchFamily="34" charset="-122"/>
                <a:cs typeface="Arial" pitchFamily="34" charset="-120"/>
              </a:rPr>
              <a:t>sự an tâm</a:t>
            </a:r>
            <a:pPr indent="0" marL="0">
              <a:lnSpc>
                <a:spcPct val="110000"/>
              </a:lnSpc>
              <a:buNone/>
            </a:pPr>
            <a:r>
              <a:rPr lang="en-US" sz="1700" b="1" dirty="0">
                <a:solidFill>
                  <a:schemeClr val="bg1"/>
                </a:solidFill>
                <a:latin typeface="Arial" pitchFamily="34" charset="0"/>
                <a:ea typeface="Arial" pitchFamily="34" charset="-122"/>
                <a:cs typeface="Arial" pitchFamily="34" charset="-120"/>
              </a:rPr>
              <a:t> cho từng công trình.</a:t>
            </a:r>
            <a:endParaRPr lang="en-US" sz="17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sp>
        <p:nvSpPr>
          <p:cNvPr id="9" name="Text 7"/>
          <p:cNvSpPr txBox="1"/>
          <p:nvPr/>
        </p:nvSpPr>
        <p:spPr>
          <a:xfrm>
            <a:off x="4343400" y="7086600"/>
            <a:ext cx="271576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ngày 10 tháng 10 năm 2026</a:t>
            </a:r>
            <a:endParaRPr lang="en-US" sz="1050" dirty="0"/>
          </a:p>
        </p:txBody>
      </p:sp>
      <p:sp>
        <p:nvSpPr>
          <p:cNvPr id="10" name="Text 8"/>
          <p:cNvSpPr txBox="1"/>
          <p:nvPr/>
        </p:nvSpPr>
        <p:spPr>
          <a:xfrm>
            <a:off x="4343400" y="7406640"/>
            <a:ext cx="271576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sp>
        <p:nvSpPr>
          <p:cNvPr id="11" name="Text 9"/>
          <p:cNvSpPr txBox="1"/>
          <p:nvPr/>
        </p:nvSpPr>
        <p:spPr>
          <a:xfrm>
            <a:off x="4343400" y="7680960"/>
            <a:ext cx="2715768" cy="228600"/>
          </a:xfrm>
          <a:prstGeom prst="rect">
            <a:avLst/>
          </a:prstGeom>
          <a:noFill/>
          <a:ln/>
        </p:spPr>
        <p:txBody>
          <a:bodyPr wrap="square" lIns="0" tIns="0" rIns="0" bIns="0" rtlCol="0" anchor="ctr"/>
          <a:lstStyle/>
          <a:p>
            <a:pPr algn="ctr" indent="0" marL="0">
              <a:buNone/>
            </a:pPr>
            <a:r>
              <a:rPr lang="en-US" sz="900" i="1" dirty="0">
                <a:solidFill>
                  <a:schemeClr val="accent3"/>
                </a:solidFill>
              </a:rPr>
              <a:t>(Ký tên, đóng dấu)</a:t>
            </a:r>
            <a:endParaRPr lang="en-US" sz="900" dirty="0"/>
          </a:p>
        </p:txBody>
      </p:sp>
      <p:sp>
        <p:nvSpPr>
          <p:cNvPr id="12" name="Text 10"/>
          <p:cNvSpPr txBox="1"/>
          <p:nvPr/>
        </p:nvSpPr>
        <p:spPr>
          <a:xfrm>
            <a:off x="4343400" y="9189720"/>
            <a:ext cx="271576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548640">
                <a:tc>
                  <a:txBody>
                    <a:bodyPr/>
                    <a:lstStyle/>
                    <a:p>
                      <a:pPr indent="0" marL="0">
                        <a:buNone/>
                      </a:pPr>
                      <a:r>
                        <a:rPr lang="en-US" sz="1050" b="1" dirty="0">
                          <a:solidFill>
                            <a:schemeClr val="tx2"/>
                          </a:solidFill>
                        </a:rPr>
                        <a:t>Tên doanh nghiệp</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TNHH KỸ THUẬT CÔNG TRÌNH BLT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Tên viết tắt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BLT  (nhận diện: BLT Điện Nước)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Mã số doanh nghiệp / MST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2902269718</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Loại hình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trách nhiệm hữu hạn</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Địa chỉ trụ sở</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Số 2A đường Nguyễn Khánh Toàn, khối Trường Phúc, phường Trường Vinh, tỉnh Nghệ An, Việt Nam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Chủ sở hữu</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Người đại diện theo pháp luật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 – Giám đốc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Điện thoại</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0984 586 089</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Email</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hobinh150589@gmail.com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69494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6" name="Shape 3"/>
          <p:cNvSpPr/>
          <p:nvPr/>
        </p:nvSpPr>
        <p:spPr>
          <a:xfrm>
            <a:off x="502920" y="7223760"/>
            <a:ext cx="6556248" cy="2377440"/>
          </a:xfrm>
          <a:prstGeom prst="roundRect">
            <a:avLst>
              <a:gd name="adj" fmla="val 3077"/>
            </a:avLst>
          </a:prstGeom>
          <a:solidFill>
            <a:schemeClr val="bg2"/>
          </a:solidFill>
          <a:ln w="12700">
            <a:solidFill>
              <a:schemeClr val="bg2"/>
            </a:solidFill>
            <a:prstDash val="solid"/>
          </a:ln>
        </p:spPr>
      </p:sp>
      <p:sp>
        <p:nvSpPr>
          <p:cNvPr id="7" name="Text 4"/>
          <p:cNvSpPr txBox="1"/>
          <p:nvPr/>
        </p:nvSpPr>
        <p:spPr>
          <a:xfrm>
            <a:off x="777240" y="7406640"/>
            <a:ext cx="6007608" cy="2057400"/>
          </a:xfrm>
          <a:prstGeom prst="rect">
            <a:avLst/>
          </a:prstGeom>
          <a:noFill/>
          <a:ln/>
        </p:spPr>
        <p:txBody>
          <a:bodyPr wrap="square" lIns="0" tIns="0" rIns="0" bIns="0" rtlCol="0" anchor="ctr"/>
          <a:lstStyle/>
          <a:p>
            <a:pPr marL="152400" indent="-152400">
              <a:spcAft>
                <a:spcPts val="900"/>
              </a:spcAft>
              <a:buSzPct val="100000"/>
              <a:buChar char="•"/>
            </a:pPr>
            <a:r>
              <a:rPr lang="en-US" sz="1100" dirty="0">
                <a:solidFill>
                  <a:schemeClr val="tx1"/>
                </a:solidFill>
              </a:rPr>
              <a:t>Lắp đặt hệ thống điện động lực, điện chiếu sáng, tủ điện, máng – thang cáp</a:t>
            </a:r>
            <a:endParaRPr lang="en-US" sz="1100" dirty="0"/>
          </a:p>
          <a:p>
            <a:pPr marL="152400" indent="-152400">
              <a:spcAft>
                <a:spcPts val="900"/>
              </a:spcAft>
              <a:buSzPct val="100000"/>
              <a:buChar char="•"/>
            </a:pPr>
            <a:r>
              <a:rPr lang="en-US" sz="1100" dirty="0">
                <a:solidFill>
                  <a:schemeClr val="tx1"/>
                </a:solidFill>
              </a:rPr>
              <a:t>Lắp đặt hệ thống cấp, thoát nước công trình dân dụng và công nghiệp</a:t>
            </a:r>
            <a:endParaRPr lang="en-US" sz="1100" dirty="0"/>
          </a:p>
          <a:p>
            <a:pPr marL="152400" indent="-152400">
              <a:spcAft>
                <a:spcPts val="900"/>
              </a:spcAft>
              <a:buSzPct val="100000"/>
              <a:buChar char="•"/>
            </a:pPr>
            <a:r>
              <a:rPr lang="en-US" sz="1100" dirty="0">
                <a:solidFill>
                  <a:schemeClr val="tx1"/>
                </a:solidFill>
              </a:rPr>
              <a:t>Lắp đặt hệ thống đường ống công nghệ, hút sương dầu – lọc khí nhà xưởng</a:t>
            </a:r>
            <a:endParaRPr lang="en-US" sz="1100" dirty="0"/>
          </a:p>
          <a:p>
            <a:pPr marL="152400" indent="-152400">
              <a:spcAft>
                <a:spcPts val="900"/>
              </a:spcAft>
              <a:buSzPct val="100000"/>
              <a:buChar char="•"/>
            </a:pPr>
            <a:r>
              <a:rPr lang="en-US" sz="1100" dirty="0">
                <a:solidFill>
                  <a:schemeClr val="tx1"/>
                </a:solidFill>
              </a:rPr>
              <a:t>Lắp đặt máy móc, thiết bị công nghiệp: bơm, bồn lọc, thiết bị xử lý nước</a:t>
            </a:r>
            <a:endParaRPr lang="en-US" sz="1100" dirty="0"/>
          </a:p>
          <a:p>
            <a:pPr marL="152400" indent="-152400">
              <a:spcAft>
                <a:spcPts val="900"/>
              </a:spcAft>
              <a:buSzPct val="100000"/>
              <a:buChar char="•"/>
            </a:pPr>
            <a:r>
              <a:rPr lang="en-US" sz="1100" dirty="0">
                <a:solidFill>
                  <a:schemeClr val="tx1"/>
                </a:solidFill>
              </a:rPr>
              <a:t>Bảo trì, sửa chữa, cải tạo hệ thống kỹ thuật công trình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79.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6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775204" y="1097280"/>
            <a:ext cx="2011680" cy="201168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2026-10-11T00:25:37Z</dcterms:created>
  <dcterms:modified xsi:type="dcterms:W3CDTF">2026-10-11T00:25:37Z</dcterms:modified>
</cp:coreProperties>
</file>