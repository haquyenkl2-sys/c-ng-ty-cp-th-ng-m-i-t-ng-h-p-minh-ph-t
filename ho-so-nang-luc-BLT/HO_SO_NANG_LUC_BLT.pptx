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4839d0d-c6cf-26c3-0cf6-7d07be8038b1}">
          <p14:sldIdLst>
            <p14:sldId id="256"/>
            <p14:sldId id="257"/>
            <p14:sldId id="258"/>
          </p14:sldIdLst>
        </p14:section>
        <p14:section name="01 Tổng quan" id="{96ec9d0a-8ea1-b24c-bd48-0587e9339bc0}">
          <p14:sldIdLst>
            <p14:sldId id="259"/>
            <p14:sldId id="260"/>
            <p14:sldId id="261"/>
            <p14:sldId id="262"/>
            <p14:sldId id="263"/>
          </p14:sldIdLst>
        </p14:section>
        <p14:section name="02 Điện nước công trình" id="{e5f81399-cf4e-5c99-95ff-ed097f453cd4}">
          <p14:sldIdLst>
            <p14:sldId id="264"/>
            <p14:sldId id="265"/>
            <p14:sldId id="266"/>
          </p14:sldIdLst>
        </p14:section>
        <p14:section name="03 Hút sương dầu nhà xưởng" id="{d5618fc6-635b-5c2e-622f-b942baba916e}">
          <p14:sldIdLst>
            <p14:sldId id="267"/>
            <p14:sldId id="268"/>
            <p14:sldId id="269"/>
          </p14:sldIdLst>
        </p14:section>
        <p14:section name="04 Bơm &amp; xử lý nước" id="{c78bf755-77b4-a6e2-f16f-95a605174a31}">
          <p14:sldIdLst>
            <p14:sldId id="270"/>
          </p14:sldIdLst>
        </p14:section>
        <p14:section name="05 Quản trị dự án" id="{ba79b9b3-4d5c-9412-e8d1-34a590a5f19d}">
          <p14:sldIdLst>
            <p14:sldId id="271"/>
            <p14:sldId id="272"/>
            <p14:sldId id="273"/>
          </p14:sldIdLst>
        </p14:section>
        <p14:section name="06 Nguồn lực" id="{63c1fc0b-c402-4f50-c844-16ac448c2c03}">
          <p14:sldIdLst>
            <p14:sldId id="274"/>
            <p14:sldId id="275"/>
          </p14:sldIdLst>
        </p14:section>
        <p14:section name="07 Công trình tiêu biểu" id="{90020c5c-f2e6-0fcf-af24-239c173347bd}">
          <p14:sldIdLst>
            <p14:sldId id="276"/>
            <p14:sldId id="277"/>
            <p14:sldId id="278"/>
            <p14:sldId id="279"/>
          </p14:sldIdLst>
        </p14:section>
        <p14:section name="08 Cam kết &amp; liên hệ" id="{338a00be-480a-45c4-acd8-264fe094cda3}">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64008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6720840"/>
            <a:ext cx="6556248" cy="2880360"/>
          </a:xfrm>
          <a:prstGeom prst="roundRect">
            <a:avLst>
              <a:gd name="adj" fmla="val 2540"/>
            </a:avLst>
          </a:prstGeom>
          <a:solidFill>
            <a:schemeClr val="bg2"/>
          </a:solidFill>
          <a:ln w="12700">
            <a:solidFill>
              <a:schemeClr val="bg2"/>
            </a:solidFill>
            <a:prstDash val="solid"/>
          </a:ln>
        </p:spPr>
      </p:sp>
      <p:sp>
        <p:nvSpPr>
          <p:cNvPr id="7" name="Text 4"/>
          <p:cNvSpPr txBox="1"/>
          <p:nvPr/>
        </p:nvSpPr>
        <p:spPr>
          <a:xfrm>
            <a:off x="777240" y="6903720"/>
            <a:ext cx="6007608" cy="2514600"/>
          </a:xfrm>
          <a:prstGeom prst="rect">
            <a:avLst/>
          </a:prstGeom>
          <a:noFill/>
          <a:ln/>
        </p:spPr>
        <p:txBody>
          <a:bodyPr wrap="square" lIns="0" tIns="0" rIns="0" bIns="0" rtlCol="0" anchor="ctr"/>
          <a:lstStyle/>
          <a:p>
            <a:pPr marL="152400" indent="-152400">
              <a:lnSpc>
                <a:spcPct val="170000"/>
              </a:lnSpc>
              <a:spcAft>
                <a:spcPts val="900"/>
              </a:spcAft>
              <a:buSzPct val="100000"/>
              <a:buChar char="•"/>
            </a:pPr>
            <a:r>
              <a:rPr lang="en-US" sz="1150" dirty="0">
                <a:solidFill>
                  <a:schemeClr val="tx1"/>
                </a:solidFill>
              </a:rPr>
              <a:t>Lắp đặt hệ thống điện động lực, điện chiếu sáng, tủ điện, máng – thang cáp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cấp, thoát nước công trình dân dụng và công nghiệp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đường ống công nghệ, hút sương dầu – lọc khí nhà xưởng</a:t>
            </a:r>
            <a:endParaRPr lang="en-US" sz="1150" dirty="0"/>
          </a:p>
          <a:p>
            <a:pPr marL="152400" indent="-152400">
              <a:lnSpc>
                <a:spcPct val="170000"/>
              </a:lnSpc>
              <a:spcAft>
                <a:spcPts val="900"/>
              </a:spcAft>
              <a:buSzPct val="100000"/>
              <a:buChar char="•"/>
            </a:pPr>
            <a:r>
              <a:rPr lang="en-US" sz="1150" dirty="0">
                <a:solidFill>
                  <a:schemeClr val="tx1"/>
                </a:solidFill>
              </a:rPr>
              <a:t>Lắp đặt máy móc, thiết bị công nghiệp: bơm, bồn lọc, thiết bị xử lý nước</a:t>
            </a:r>
            <a:endParaRPr lang="en-US" sz="1150" dirty="0"/>
          </a:p>
          <a:p>
            <a:pPr marL="152400" indent="-152400">
              <a:lnSpc>
                <a:spcPct val="170000"/>
              </a:lnSpc>
              <a:spcAft>
                <a:spcPts val="900"/>
              </a:spcAft>
              <a:buSzPct val="100000"/>
              <a:buChar char="•"/>
            </a:pPr>
            <a:r>
              <a:rPr lang="en-US" sz="1150" dirty="0">
                <a:solidFill>
                  <a:schemeClr val="tx1"/>
                </a:solidFill>
              </a:rPr>
              <a:t>Bảo trì, sửa chữa, cải tạo hệ thống kỹ thuật công trình</a:t>
            </a:r>
            <a:endParaRPr lang="en-US" sz="11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11480"/>
            <a:ext cx="1280160" cy="128016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2026-10-11T00:42:26Z</dcterms:created>
  <dcterms:modified xsi:type="dcterms:W3CDTF">2026-10-11T00:42:26Z</dcterms:modified>
</cp:coreProperties>
</file>