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9dfa5f3-b608-e72f-8776-642710ee261e}">
          <p14:sldIdLst>
            <p14:sldId id="256"/>
            <p14:sldId id="257"/>
            <p14:sldId id="258"/>
          </p14:sldIdLst>
        </p14:section>
        <p14:section name="01 Tổng quan" id="{e9e5db81-ae41-abed-d305-286ef1f787a3}">
          <p14:sldIdLst>
            <p14:sldId id="259"/>
            <p14:sldId id="260"/>
            <p14:sldId id="261"/>
            <p14:sldId id="262"/>
            <p14:sldId id="263"/>
          </p14:sldIdLst>
        </p14:section>
        <p14:section name="02 Điện nước công trình" id="{8675cc9b-05b1-77c9-ad8d-2067faaa07b4}">
          <p14:sldIdLst>
            <p14:sldId id="264"/>
            <p14:sldId id="265"/>
            <p14:sldId id="266"/>
          </p14:sldIdLst>
        </p14:section>
        <p14:section name="03 Hút sương dầu nhà xưởng" id="{fa9cf539-6568-d5a3-4bb7-e67529b179ad}">
          <p14:sldIdLst>
            <p14:sldId id="267"/>
            <p14:sldId id="268"/>
            <p14:sldId id="269"/>
          </p14:sldIdLst>
        </p14:section>
        <p14:section name="04 Bơm &amp; xử lý nước" id="{bd7950e4-df5c-8170-02ae-e86ec30d22da}">
          <p14:sldIdLst>
            <p14:sldId id="270"/>
          </p14:sldIdLst>
        </p14:section>
        <p14:section name="05 Quản trị dự án" id="{a268219a-9005-e449-f998-092717f87fff}">
          <p14:sldIdLst>
            <p14:sldId id="271"/>
            <p14:sldId id="272"/>
            <p14:sldId id="273"/>
          </p14:sldIdLst>
        </p14:section>
        <p14:section name="06 Nguồn lực" id="{82069a71-d559-1cd8-0162-7fba3de01eee}">
          <p14:sldIdLst>
            <p14:sldId id="274"/>
            <p14:sldId id="275"/>
          </p14:sldIdLst>
        </p14:section>
        <p14:section name="07 Công trình tiêu biểu" id="{6c0a7e47-4f36-a894-e382-c145a6c7b5f5}">
          <p14:sldIdLst>
            <p14:sldId id="276"/>
            <p14:sldId id="277"/>
            <p14:sldId id="278"/>
            <p14:sldId id="279"/>
          </p14:sldIdLst>
        </p14:section>
        <p14:section name="08 Cam kết &amp; liên hệ" id="{cffa540f-d4ce-ff54-b263-6fd1f2b4bccb}">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6_cov.jpg" descr="Đội ngũ công nhân BLT">    </p:cNvPr>
          <p:cNvPicPr>
            <a:picLocks noChangeAspect="1"/>
          </p:cNvPicPr>
          <p:nvPr/>
        </p:nvPicPr>
        <p:blipFill>
          <a:blip r:embed="rId1"/>
          <a:stretch>
            <a:fillRect/>
          </a:stretch>
        </p:blipFill>
        <p:spPr>
          <a:xfrm>
            <a:off x="0" y="0"/>
            <a:ext cx="3749040" cy="658368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3822192" y="0"/>
            <a:ext cx="3739896" cy="3255264"/>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3822192" y="3328416"/>
            <a:ext cx="3739896" cy="3255264"/>
          </a:xfrm>
          <a:prstGeom prst="rect">
            <a:avLst/>
          </a:prstGeom>
        </p:spPr>
      </p:pic>
      <p:sp>
        <p:nvSpPr>
          <p:cNvPr id="5" name="Shape 0"/>
          <p:cNvSpPr/>
          <p:nvPr/>
        </p:nvSpPr>
        <p:spPr>
          <a:xfrm>
            <a:off x="0" y="6583680"/>
            <a:ext cx="7562088" cy="4105656"/>
          </a:xfrm>
          <a:prstGeom prst="rect">
            <a:avLst/>
          </a:prstGeom>
          <a:solidFill>
            <a:schemeClr val="tx2"/>
          </a:solidFill>
          <a:ln w="12700">
            <a:solidFill>
              <a:schemeClr val="tx2"/>
            </a:solidFill>
            <a:prstDash val="solid"/>
          </a:ln>
        </p:spPr>
      </p:sp>
      <p:pic>
        <p:nvPicPr>
          <p:cNvPr id="6" name="logo" descr="preencoded.png">    </p:cNvPr>
          <p:cNvPicPr>
            <a:picLocks noChangeAspect="1"/>
          </p:cNvPicPr>
          <p:nvPr/>
        </p:nvPicPr>
        <p:blipFill>
          <a:blip r:embed="rId4"/>
          <a:stretch>
            <a:fillRect/>
          </a:stretch>
        </p:blipFill>
        <p:spPr>
          <a:xfrm>
            <a:off x="6007608" y="7040880"/>
            <a:ext cx="1051560" cy="1051560"/>
          </a:xfrm>
          <a:prstGeom prst="rect">
            <a:avLst/>
          </a:prstGeom>
        </p:spPr>
      </p:pic>
      <p:sp>
        <p:nvSpPr>
          <p:cNvPr id="7"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8"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9"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0"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1"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2"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3"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4"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5"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render_nha.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img08.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5720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91440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91440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91440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1206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5394960"/>
            <a:ext cx="2063496" cy="2377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685800" y="5559552"/>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685800"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6"/>
          <p:cNvSpPr txBox="1"/>
          <p:nvPr/>
        </p:nvSpPr>
        <p:spPr>
          <a:xfrm>
            <a:off x="685800"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NGHỆ AN</a:t>
            </a:r>
            <a:endParaRPr lang="en-US" sz="1600" dirty="0"/>
          </a:p>
        </p:txBody>
      </p:sp>
      <p:sp>
        <p:nvSpPr>
          <p:cNvPr id="10" name="Text 7"/>
          <p:cNvSpPr txBox="1"/>
          <p:nvPr/>
        </p:nvSpPr>
        <p:spPr>
          <a:xfrm>
            <a:off x="685800"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Nhà xưởng gia công CNC</a:t>
            </a:r>
            <a:endParaRPr lang="en-US" sz="1050" dirty="0"/>
          </a:p>
        </p:txBody>
      </p:sp>
      <p:sp>
        <p:nvSpPr>
          <p:cNvPr id="11" name="Text 8"/>
          <p:cNvSpPr txBox="1"/>
          <p:nvPr/>
        </p:nvSpPr>
        <p:spPr>
          <a:xfrm>
            <a:off x="685800"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Hút sương dầu, máy lọc, điện</a:t>
            </a:r>
            <a:endParaRPr lang="en-US" sz="900" dirty="0"/>
          </a:p>
        </p:txBody>
      </p:sp>
      <p:sp>
        <p:nvSpPr>
          <p:cNvPr id="12" name="Text 9"/>
          <p:cNvSpPr txBox="1"/>
          <p:nvPr/>
        </p:nvSpPr>
        <p:spPr>
          <a:xfrm>
            <a:off x="685800"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09–10/2026</a:t>
            </a:r>
            <a:endParaRPr lang="en-US" sz="900" dirty="0"/>
          </a:p>
        </p:txBody>
      </p:sp>
      <p:sp>
        <p:nvSpPr>
          <p:cNvPr id="13" name="Shape 10"/>
          <p:cNvSpPr/>
          <p:nvPr/>
        </p:nvSpPr>
        <p:spPr>
          <a:xfrm>
            <a:off x="2749296" y="5394960"/>
            <a:ext cx="2063496" cy="2377440"/>
          </a:xfrm>
          <a:prstGeom prst="roundRect">
            <a:avLst>
              <a:gd name="adj" fmla="val 3545"/>
            </a:avLst>
          </a:prstGeom>
          <a:solidFill>
            <a:schemeClr val="tx2"/>
          </a:solidFill>
          <a:ln w="12700">
            <a:solidFill>
              <a:schemeClr val="tx2"/>
            </a:solidFill>
            <a:prstDash val="solid"/>
          </a:ln>
        </p:spPr>
      </p:sp>
      <p:sp>
        <p:nvSpPr>
          <p:cNvPr id="14" name="Shape 11"/>
          <p:cNvSpPr/>
          <p:nvPr/>
        </p:nvSpPr>
        <p:spPr>
          <a:xfrm>
            <a:off x="2932176" y="5559552"/>
            <a:ext cx="411480" cy="411480"/>
          </a:xfrm>
          <a:prstGeom prst="ellipse">
            <a:avLst/>
          </a:prstGeom>
          <a:solidFill>
            <a:schemeClr val="accent1"/>
          </a:solidFill>
          <a:ln w="12700">
            <a:solidFill>
              <a:schemeClr val="accent1"/>
            </a:solidFill>
            <a:prstDash val="solid"/>
          </a:ln>
        </p:spPr>
      </p:sp>
      <p:sp>
        <p:nvSpPr>
          <p:cNvPr id="15" name="Text 12"/>
          <p:cNvSpPr txBox="1"/>
          <p:nvPr/>
        </p:nvSpPr>
        <p:spPr>
          <a:xfrm>
            <a:off x="2932176"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3"/>
          <p:cNvSpPr txBox="1"/>
          <p:nvPr/>
        </p:nvSpPr>
        <p:spPr>
          <a:xfrm>
            <a:off x="2932176"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NINH BÌNH</a:t>
            </a:r>
            <a:endParaRPr lang="en-US" sz="1600" dirty="0"/>
          </a:p>
        </p:txBody>
      </p:sp>
      <p:sp>
        <p:nvSpPr>
          <p:cNvPr id="17" name="Text 14"/>
          <p:cNvSpPr txBox="1"/>
          <p:nvPr/>
        </p:nvSpPr>
        <p:spPr>
          <a:xfrm>
            <a:off x="2932176"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Công trình nhiều tầng</a:t>
            </a:r>
            <a:endParaRPr lang="en-US" sz="1050" dirty="0"/>
          </a:p>
        </p:txBody>
      </p:sp>
      <p:sp>
        <p:nvSpPr>
          <p:cNvPr id="18" name="Text 15"/>
          <p:cNvSpPr txBox="1"/>
          <p:nvPr/>
        </p:nvSpPr>
        <p:spPr>
          <a:xfrm>
            <a:off x="2932176"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Điện, cấp thoát nước</a:t>
            </a:r>
            <a:endParaRPr lang="en-US" sz="900" dirty="0"/>
          </a:p>
        </p:txBody>
      </p:sp>
      <p:sp>
        <p:nvSpPr>
          <p:cNvPr id="19" name="Text 16"/>
          <p:cNvSpPr txBox="1"/>
          <p:nvPr/>
        </p:nvSpPr>
        <p:spPr>
          <a:xfrm>
            <a:off x="2932176"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0" name="Shape 17"/>
          <p:cNvSpPr/>
          <p:nvPr/>
        </p:nvSpPr>
        <p:spPr>
          <a:xfrm>
            <a:off x="4995672" y="5394960"/>
            <a:ext cx="2063496" cy="2377440"/>
          </a:xfrm>
          <a:prstGeom prst="roundRect">
            <a:avLst>
              <a:gd name="adj" fmla="val 3545"/>
            </a:avLst>
          </a:prstGeom>
          <a:solidFill>
            <a:schemeClr val="tx2"/>
          </a:solidFill>
          <a:ln w="12700">
            <a:solidFill>
              <a:schemeClr val="tx2"/>
            </a:solidFill>
            <a:prstDash val="solid"/>
          </a:ln>
        </p:spPr>
      </p:sp>
      <p:sp>
        <p:nvSpPr>
          <p:cNvPr id="21" name="Shape 18"/>
          <p:cNvSpPr/>
          <p:nvPr/>
        </p:nvSpPr>
        <p:spPr>
          <a:xfrm>
            <a:off x="5178552" y="5559552"/>
            <a:ext cx="411480" cy="411480"/>
          </a:xfrm>
          <a:prstGeom prst="ellipse">
            <a:avLst/>
          </a:prstGeom>
          <a:solidFill>
            <a:schemeClr val="accent1"/>
          </a:solidFill>
          <a:ln w="12700">
            <a:solidFill>
              <a:schemeClr val="accent1"/>
            </a:solidFill>
            <a:prstDash val="solid"/>
          </a:ln>
        </p:spPr>
      </p:sp>
      <p:sp>
        <p:nvSpPr>
          <p:cNvPr id="22" name="Text 19"/>
          <p:cNvSpPr txBox="1"/>
          <p:nvPr/>
        </p:nvSpPr>
        <p:spPr>
          <a:xfrm>
            <a:off x="5178552"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20"/>
          <p:cNvSpPr txBox="1"/>
          <p:nvPr/>
        </p:nvSpPr>
        <p:spPr>
          <a:xfrm>
            <a:off x="5178552"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TP. HUẾ</a:t>
            </a:r>
            <a:endParaRPr lang="en-US" sz="1600" dirty="0"/>
          </a:p>
        </p:txBody>
      </p:sp>
      <p:sp>
        <p:nvSpPr>
          <p:cNvPr id="24" name="Text 21"/>
          <p:cNvSpPr txBox="1"/>
          <p:nvPr/>
        </p:nvSpPr>
        <p:spPr>
          <a:xfrm>
            <a:off x="5178552"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Trạm xử lý nước UF/RO</a:t>
            </a:r>
            <a:endParaRPr lang="en-US" sz="1050" dirty="0"/>
          </a:p>
        </p:txBody>
      </p:sp>
      <p:sp>
        <p:nvSpPr>
          <p:cNvPr id="25" name="Text 22"/>
          <p:cNvSpPr txBox="1"/>
          <p:nvPr/>
        </p:nvSpPr>
        <p:spPr>
          <a:xfrm>
            <a:off x="5178552"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Bơm, bồn lọc, ống công nghệ</a:t>
            </a:r>
            <a:endParaRPr lang="en-US" sz="900" dirty="0"/>
          </a:p>
        </p:txBody>
      </p:sp>
      <p:sp>
        <p:nvSpPr>
          <p:cNvPr id="26" name="Text 23"/>
          <p:cNvSpPr txBox="1"/>
          <p:nvPr/>
        </p:nvSpPr>
        <p:spPr>
          <a:xfrm>
            <a:off x="5178552"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7" name="Shape 24"/>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28" name="Text 25"/>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29" name="Text 26"/>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2026-10-10T10:28:59Z</dcterms:created>
  <dcterms:modified xsi:type="dcterms:W3CDTF">2026-10-10T10:28:59Z</dcterms:modified>
</cp:coreProperties>
</file>