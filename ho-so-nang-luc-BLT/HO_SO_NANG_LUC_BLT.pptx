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979455f-6809-8233-7528-72119a81b597}">
          <p14:sldIdLst>
            <p14:sldId id="256"/>
            <p14:sldId id="257"/>
            <p14:sldId id="258"/>
          </p14:sldIdLst>
        </p14:section>
        <p14:section name="01 Tổng quan" id="{1c74605e-3c48-0aae-e168-016fb6c7c7e1}">
          <p14:sldIdLst>
            <p14:sldId id="259"/>
            <p14:sldId id="260"/>
            <p14:sldId id="261"/>
            <p14:sldId id="262"/>
            <p14:sldId id="263"/>
          </p14:sldIdLst>
        </p14:section>
        <p14:section name="02 Điện nước công trình" id="{06664472-a156-6941-4e52-98c0d2926ad7}">
          <p14:sldIdLst>
            <p14:sldId id="264"/>
            <p14:sldId id="265"/>
            <p14:sldId id="266"/>
          </p14:sldIdLst>
        </p14:section>
        <p14:section name="03 Hút sương dầu nhà xưởng" id="{64cfdc03-719d-2b4c-34ef-42a54609c386}">
          <p14:sldIdLst>
            <p14:sldId id="267"/>
            <p14:sldId id="268"/>
            <p14:sldId id="269"/>
          </p14:sldIdLst>
        </p14:section>
        <p14:section name="04 Bơm &amp; xử lý nước" id="{82f2908f-c7cf-c482-7e3f-b292dfbeaf01}">
          <p14:sldIdLst>
            <p14:sldId id="270"/>
          </p14:sldIdLst>
        </p14:section>
        <p14:section name="05 Quản trị dự án" id="{9062d297-7bb1-b07d-109c-9b15ebeb20c8}">
          <p14:sldIdLst>
            <p14:sldId id="271"/>
            <p14:sldId id="272"/>
            <p14:sldId id="273"/>
          </p14:sldIdLst>
        </p14:section>
        <p14:section name="06 Nguồn lực" id="{9dddf2a3-1206-3baa-1ec9-8626d2b59583}">
          <p14:sldIdLst>
            <p14:sldId id="274"/>
            <p14:sldId id="275"/>
          </p14:sldIdLst>
        </p14:section>
        <p14:section name="07 Công trình tiêu biểu" id="{08eb6024-a16f-f5ed-23c7-9160f1eecf35}">
          <p14:sldIdLst>
            <p14:sldId id="276"/>
            <p14:sldId id="277"/>
            <p14:sldId id="278"/>
            <p14:sldId id="279"/>
          </p14:sldIdLst>
        </p14:section>
        <p14:section name="08 Cam kết &amp; liên hệ" id="{73bb37d9-7a04-cb49-fbc7-bd3e7f975c44}">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100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2026-10-10T23:58:30Z</dcterms:created>
  <dcterms:modified xsi:type="dcterms:W3CDTF">2026-10-10T23:58:30Z</dcterms:modified>
</cp:coreProperties>
</file>