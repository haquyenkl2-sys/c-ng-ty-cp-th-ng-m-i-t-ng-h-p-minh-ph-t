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672791f-3e63-18b1-d181-8550a6f4335d}">
          <p14:sldIdLst>
            <p14:sldId id="256"/>
            <p14:sldId id="257"/>
            <p14:sldId id="258"/>
          </p14:sldIdLst>
        </p14:section>
        <p14:section name="01 Tổng quan" id="{057f3cac-48f6-e923-2ee9-0faa12c5827f}">
          <p14:sldIdLst>
            <p14:sldId id="259"/>
            <p14:sldId id="260"/>
            <p14:sldId id="261"/>
            <p14:sldId id="262"/>
            <p14:sldId id="263"/>
          </p14:sldIdLst>
        </p14:section>
        <p14:section name="02 Điện nước công trình" id="{efe1aa15-d6cf-95f8-3f57-e5ea369a30ad}">
          <p14:sldIdLst>
            <p14:sldId id="264"/>
            <p14:sldId id="265"/>
            <p14:sldId id="266"/>
          </p14:sldIdLst>
        </p14:section>
        <p14:section name="03 Hút sương dầu nhà xưởng" id="{3122b7cf-306a-cead-d22c-e0f8095051a8}">
          <p14:sldIdLst>
            <p14:sldId id="267"/>
            <p14:sldId id="268"/>
            <p14:sldId id="269"/>
          </p14:sldIdLst>
        </p14:section>
        <p14:section name="04 Bơm &amp; xử lý nước" id="{6850763c-4c99-be3a-7280-0d5b27fd17b1}">
          <p14:sldIdLst>
            <p14:sldId id="270"/>
          </p14:sldIdLst>
        </p14:section>
        <p14:section name="05 Quản trị dự án" id="{cfaef61c-6ae1-297d-ad9a-8c96d9b32f93}">
          <p14:sldIdLst>
            <p14:sldId id="271"/>
            <p14:sldId id="272"/>
            <p14:sldId id="273"/>
          </p14:sldIdLst>
        </p14:section>
        <p14:section name="06 Nguồn lực" id="{cdcd1b45-8fec-ec8a-6062-69e75b221c3c}">
          <p14:sldIdLst>
            <p14:sldId id="274"/>
            <p14:sldId id="275"/>
          </p14:sldIdLst>
        </p14:section>
        <p14:section name="07 Công trình tiêu biểu" id="{acb63a34-a542-5928-3f7a-2f1c72590bf3}">
          <p14:sldIdLst>
            <p14:sldId id="276"/>
            <p14:sldId id="277"/>
            <p14:sldId id="278"/>
            <p14:sldId id="279"/>
          </p14:sldIdLst>
        </p14:section>
        <p14:section name="08 Cam kết &amp; liên hệ" id="{6c4134ad-eaf4-2cf7-75df-38ee680d9319}">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4206240"/>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4279392"/>
            <a:ext cx="2471928" cy="2304288"/>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4279392"/>
            <a:ext cx="2471928" cy="2304288"/>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4279392"/>
            <a:ext cx="2471928" cy="2304288"/>
          </a:xfrm>
          <a:prstGeom prst="rect">
            <a:avLst/>
          </a:prstGeom>
        </p:spPr>
      </p:pic>
      <p:sp>
        <p:nvSpPr>
          <p:cNvPr id="6" name="Shape 0"/>
          <p:cNvSpPr/>
          <p:nvPr/>
        </p:nvSpPr>
        <p:spPr>
          <a:xfrm>
            <a:off x="0" y="6583680"/>
            <a:ext cx="7562088" cy="4105656"/>
          </a:xfrm>
          <a:prstGeom prst="rect">
            <a:avLst/>
          </a:prstGeom>
          <a:solidFill>
            <a:schemeClr val="tx2"/>
          </a:solidFill>
          <a:ln w="12700">
            <a:solidFill>
              <a:schemeClr val="tx2"/>
            </a:solidFill>
            <a:prstDash val="solid"/>
          </a:ln>
        </p:spPr>
      </p:sp>
      <p:pic>
        <p:nvPicPr>
          <p:cNvPr id="7" name="logo" descr="preencoded.png">    </p:cNvPr>
          <p:cNvPicPr>
            <a:picLocks noChangeAspect="1"/>
          </p:cNvPicPr>
          <p:nvPr/>
        </p:nvPicPr>
        <p:blipFill>
          <a:blip r:embed="rId5"/>
          <a:stretch>
            <a:fillRect/>
          </a:stretch>
        </p:blipFill>
        <p:spPr>
          <a:xfrm>
            <a:off x="6007608" y="7040880"/>
            <a:ext cx="1051560" cy="1051560"/>
          </a:xfrm>
          <a:prstGeom prst="rect">
            <a:avLst/>
          </a:prstGeom>
        </p:spPr>
      </p:pic>
      <p:sp>
        <p:nvSpPr>
          <p:cNvPr id="8"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9"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10"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1"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2"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3"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4"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5"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6"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2026-10-10T23:51:27Z</dcterms:created>
  <dcterms:modified xsi:type="dcterms:W3CDTF">2026-10-10T23:51:27Z</dcterms:modified>
</cp:coreProperties>
</file>