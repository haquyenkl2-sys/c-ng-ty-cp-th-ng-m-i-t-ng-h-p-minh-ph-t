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0b33bb2-b6d9-e86a-0ad3-5191760a0fc4}">
          <p14:sldIdLst>
            <p14:sldId id="256"/>
            <p14:sldId id="257"/>
            <p14:sldId id="258"/>
          </p14:sldIdLst>
        </p14:section>
        <p14:section name="01 Tổng quan" id="{410dacaa-1005-0b01-06e4-b954eda0a175}">
          <p14:sldIdLst>
            <p14:sldId id="259"/>
            <p14:sldId id="260"/>
            <p14:sldId id="261"/>
            <p14:sldId id="262"/>
            <p14:sldId id="263"/>
          </p14:sldIdLst>
        </p14:section>
        <p14:section name="02 Điện nước công trình" id="{9e76d6bf-a0ef-9e47-2ab5-0177308bd443}">
          <p14:sldIdLst>
            <p14:sldId id="264"/>
            <p14:sldId id="265"/>
            <p14:sldId id="266"/>
          </p14:sldIdLst>
        </p14:section>
        <p14:section name="03 Hút sương dầu nhà xưởng" id="{a92a3d47-b56a-9f87-eeeb-0e000621313c}">
          <p14:sldIdLst>
            <p14:sldId id="267"/>
            <p14:sldId id="268"/>
            <p14:sldId id="269"/>
          </p14:sldIdLst>
        </p14:section>
        <p14:section name="04 Bơm &amp; xử lý nước" id="{0ed2a60e-5a51-bfb5-2ff4-ff62fefeee1a}">
          <p14:sldIdLst>
            <p14:sldId id="270"/>
          </p14:sldIdLst>
        </p14:section>
        <p14:section name="05 Quản trị dự án" id="{f9200934-b2ac-d757-e198-0ebb601adfe6}">
          <p14:sldIdLst>
            <p14:sldId id="271"/>
            <p14:sldId id="272"/>
            <p14:sldId id="273"/>
          </p14:sldIdLst>
        </p14:section>
        <p14:section name="06 Nguồn lực" id="{37878bd4-bdef-a2bc-b9b6-422516f8ef52}">
          <p14:sldIdLst>
            <p14:sldId id="274"/>
            <p14:sldId id="275"/>
          </p14:sldIdLst>
        </p14:section>
        <p14:section name="07 Công trình tiêu biểu" id="{404a7f33-a4d1-85f7-9684-94e897b8f9d3}">
          <p14:sldIdLst>
            <p14:sldId id="276"/>
            <p14:sldId id="277"/>
            <p14:sldId id="278"/>
            <p14:sldId id="279"/>
          </p14:sldIdLst>
        </p14:section>
        <p14:section name="08 Cam kết &amp; liên hệ" id="{0a70edd3-066b-dbcb-e066-ddd5a2854b1e}">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preencoded.png">    </p:cNvPr>
          <p:cNvPicPr>
            <a:picLocks noChangeAspect="1"/>
          </p:cNvPicPr>
          <p:nvPr/>
        </p:nvPicPr>
        <p:blipFill>
          <a:blip r:embed="rId1"/>
          <a:stretch>
            <a:fillRect/>
          </a:stretch>
        </p:blipFill>
        <p:spPr>
          <a:xfrm>
            <a:off x="0" y="0"/>
            <a:ext cx="7562088" cy="6583680"/>
          </a:xfrm>
          <a:prstGeom prst="rect">
            <a:avLst/>
          </a:prstGeom>
        </p:spPr>
      </p:pic>
      <p:sp>
        <p:nvSpPr>
          <p:cNvPr id="3" name="Shape 0"/>
          <p:cNvSpPr/>
          <p:nvPr/>
        </p:nvSpPr>
        <p:spPr>
          <a:xfrm>
            <a:off x="0" y="0"/>
            <a:ext cx="7562088" cy="658368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57200"/>
            <a:ext cx="1143000" cy="1143000"/>
          </a:xfrm>
          <a:prstGeom prst="rect">
            <a:avLst/>
          </a:prstGeom>
        </p:spPr>
      </p:pic>
      <p:sp>
        <p:nvSpPr>
          <p:cNvPr id="5" name="Shape 1"/>
          <p:cNvSpPr/>
          <p:nvPr/>
        </p:nvSpPr>
        <p:spPr>
          <a:xfrm>
            <a:off x="0" y="6583680"/>
            <a:ext cx="7562088" cy="4105656"/>
          </a:xfrm>
          <a:prstGeom prst="rect">
            <a:avLst/>
          </a:prstGeom>
          <a:solidFill>
            <a:schemeClr val="tx2"/>
          </a:solidFill>
          <a:ln w="12700">
            <a:solidFill>
              <a:schemeClr val="tx2"/>
            </a:solidFill>
            <a:prstDash val="solid"/>
          </a:ln>
        </p:spPr>
      </p:sp>
      <p:sp>
        <p:nvSpPr>
          <p:cNvPr id="6" name="Text 2"/>
          <p:cNvSpPr txBox="1"/>
          <p:nvPr/>
        </p:nvSpPr>
        <p:spPr>
          <a:xfrm>
            <a:off x="502920" y="6903720"/>
            <a:ext cx="6556248"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7" name="Text 3"/>
          <p:cNvSpPr txBox="1"/>
          <p:nvPr/>
        </p:nvSpPr>
        <p:spPr>
          <a:xfrm>
            <a:off x="502920" y="7178040"/>
            <a:ext cx="6556248"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8" name="Text 4"/>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9" name="Text 5"/>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0" name="Text 6"/>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1" name="Text 7"/>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2" name="Text 8"/>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15+</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 THI CÔNG</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huy động linh hoạt theo tiến độ</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685800"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685800"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30.jpg" descr="Máy lọc trên giá đỡ cột">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8" name="photo img29.jpg" descr="Gia công giá đỡ thép">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0" name="photo img33.jpg" descr="Bơm keo làm kín mối nối">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65176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606040"/>
          </a:xfrm>
          <a:prstGeom prst="roundRect">
            <a:avLst>
              <a:gd name="adj" fmla="val 280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61.jpg" descr="Ảnh hiện trường BLT">    </p:cNvPr>
          <p:cNvPicPr>
            <a:picLocks noChangeAspect="1"/>
          </p:cNvPicPr>
          <p:nvPr/>
        </p:nvPicPr>
        <p:blipFill>
          <a:blip r:embed="rId2"/>
          <a:stretch>
            <a:fillRect/>
          </a:stretch>
        </p:blipFill>
        <p:spPr>
          <a:xfrm>
            <a:off x="502920" y="8641080"/>
            <a:ext cx="2063496" cy="1188720"/>
          </a:xfrm>
          <a:prstGeom prst="rect">
            <a:avLst/>
          </a:prstGeom>
        </p:spPr>
      </p:pic>
      <p:pic>
        <p:nvPicPr>
          <p:cNvPr id="12" name="photo img60.jpg" descr="Ảnh hiện trường BLT">    </p:cNvPr>
          <p:cNvPicPr>
            <a:picLocks noChangeAspect="1"/>
          </p:cNvPicPr>
          <p:nvPr/>
        </p:nvPicPr>
        <p:blipFill>
          <a:blip r:embed="rId3"/>
          <a:stretch>
            <a:fillRect/>
          </a:stretch>
        </p:blipFill>
        <p:spPr>
          <a:xfrm>
            <a:off x="2749296" y="8641080"/>
            <a:ext cx="2063496" cy="118872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641080"/>
            <a:ext cx="2063496" cy="118872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pic>
        <p:nvPicPr>
          <p:cNvPr id="4" name="photo img57.jpg" descr="Đội thi công BLT tại trạm xử lý nước – Thành phố Huế (17/09/2026)">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 Thành phố Huế (17/09/2026)</a:t>
            </a:r>
            <a:endParaRPr lang="en-US" sz="800" dirty="0"/>
          </a:p>
        </p:txBody>
      </p:sp>
      <p:sp>
        <p:nvSpPr>
          <p:cNvPr id="6" name="Shape 3"/>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7" name="Text 4"/>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8" name="Text 5"/>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9" name="Shape 6"/>
          <p:cNvSpPr/>
          <p:nvPr/>
        </p:nvSpPr>
        <p:spPr>
          <a:xfrm>
            <a:off x="3781044" y="5486400"/>
            <a:ext cx="0" cy="274320"/>
          </a:xfrm>
          <a:prstGeom prst="line">
            <a:avLst/>
          </a:prstGeom>
          <a:noFill/>
          <a:ln w="12700">
            <a:solidFill>
              <a:schemeClr val="accent3"/>
            </a:solidFill>
            <a:prstDash val="solid"/>
          </a:ln>
        </p:spPr>
      </p:sp>
      <p:sp>
        <p:nvSpPr>
          <p:cNvPr id="10" name="Shape 7"/>
          <p:cNvSpPr/>
          <p:nvPr/>
        </p:nvSpPr>
        <p:spPr>
          <a:xfrm>
            <a:off x="1271016" y="5760720"/>
            <a:ext cx="5020056" cy="0"/>
          </a:xfrm>
          <a:prstGeom prst="line">
            <a:avLst/>
          </a:prstGeom>
          <a:noFill/>
          <a:ln w="12700">
            <a:solidFill>
              <a:schemeClr val="accent3"/>
            </a:solidFill>
            <a:prstDash val="solid"/>
          </a:ln>
        </p:spPr>
      </p:sp>
      <p:sp>
        <p:nvSpPr>
          <p:cNvPr id="11" name="Shape 8"/>
          <p:cNvSpPr/>
          <p:nvPr/>
        </p:nvSpPr>
        <p:spPr>
          <a:xfrm>
            <a:off x="1271016" y="5760720"/>
            <a:ext cx="0" cy="228600"/>
          </a:xfrm>
          <a:prstGeom prst="line">
            <a:avLst/>
          </a:prstGeom>
          <a:noFill/>
          <a:ln w="12700">
            <a:solidFill>
              <a:schemeClr val="accent3"/>
            </a:solidFill>
            <a:prstDash val="solid"/>
          </a:ln>
        </p:spPr>
      </p:sp>
      <p:sp>
        <p:nvSpPr>
          <p:cNvPr id="12" name="Shape 9"/>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3" name="Text 10"/>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4" name="Text 11"/>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15" name="Shape 12"/>
          <p:cNvSpPr/>
          <p:nvPr/>
        </p:nvSpPr>
        <p:spPr>
          <a:xfrm>
            <a:off x="2944368" y="5760720"/>
            <a:ext cx="0" cy="228600"/>
          </a:xfrm>
          <a:prstGeom prst="line">
            <a:avLst/>
          </a:prstGeom>
          <a:noFill/>
          <a:ln w="12700">
            <a:solidFill>
              <a:schemeClr val="accent3"/>
            </a:solidFill>
            <a:prstDash val="solid"/>
          </a:ln>
        </p:spPr>
      </p:sp>
      <p:sp>
        <p:nvSpPr>
          <p:cNvPr id="16" name="Shape 13"/>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7" name="Text 14"/>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8" name="Text 15"/>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19" name="Shape 16"/>
          <p:cNvSpPr/>
          <p:nvPr/>
        </p:nvSpPr>
        <p:spPr>
          <a:xfrm>
            <a:off x="4617720" y="5760720"/>
            <a:ext cx="0" cy="228600"/>
          </a:xfrm>
          <a:prstGeom prst="line">
            <a:avLst/>
          </a:prstGeom>
          <a:noFill/>
          <a:ln w="12700">
            <a:solidFill>
              <a:schemeClr val="accent3"/>
            </a:solidFill>
            <a:prstDash val="solid"/>
          </a:ln>
        </p:spPr>
      </p:sp>
      <p:sp>
        <p:nvSpPr>
          <p:cNvPr id="20" name="Shape 17"/>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1" name="Text 18"/>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2" name="Text 19"/>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23" name="Shape 20"/>
          <p:cNvSpPr/>
          <p:nvPr/>
        </p:nvSpPr>
        <p:spPr>
          <a:xfrm>
            <a:off x="6291072" y="5760720"/>
            <a:ext cx="0" cy="228600"/>
          </a:xfrm>
          <a:prstGeom prst="line">
            <a:avLst/>
          </a:prstGeom>
          <a:noFill/>
          <a:ln w="12700">
            <a:solidFill>
              <a:schemeClr val="accent3"/>
            </a:solidFill>
            <a:prstDash val="solid"/>
          </a:ln>
        </p:spPr>
      </p:sp>
      <p:sp>
        <p:nvSpPr>
          <p:cNvPr id="24" name="Shape 21"/>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5" name="Text 22"/>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6" name="Text 23"/>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27" name="Shape 24"/>
          <p:cNvSpPr/>
          <p:nvPr/>
        </p:nvSpPr>
        <p:spPr>
          <a:xfrm>
            <a:off x="3781044" y="6766560"/>
            <a:ext cx="0" cy="274320"/>
          </a:xfrm>
          <a:prstGeom prst="line">
            <a:avLst/>
          </a:prstGeom>
          <a:noFill/>
          <a:ln w="12700">
            <a:solidFill>
              <a:schemeClr val="accent3"/>
            </a:solidFill>
            <a:prstDash val="solid"/>
          </a:ln>
        </p:spPr>
      </p:sp>
      <p:sp>
        <p:nvSpPr>
          <p:cNvPr id="28" name="Shape 25"/>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29" name="Text 26"/>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0" name="Text 27"/>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31" name="Shape 28"/>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2" name="Text 29"/>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3" name="Text 30"/>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34" name="Shape 31"/>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5" name="Text 32"/>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36" name="Text 33"/>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37" name="Shape 34"/>
          <p:cNvSpPr/>
          <p:nvPr/>
        </p:nvSpPr>
        <p:spPr>
          <a:xfrm>
            <a:off x="1549908" y="7040880"/>
            <a:ext cx="4462272" cy="0"/>
          </a:xfrm>
          <a:prstGeom prst="line">
            <a:avLst/>
          </a:prstGeom>
          <a:noFill/>
          <a:ln w="12700">
            <a:solidFill>
              <a:schemeClr val="accent3"/>
            </a:solidFill>
            <a:prstDash val="solid"/>
          </a:ln>
        </p:spPr>
      </p:sp>
      <p:sp>
        <p:nvSpPr>
          <p:cNvPr id="38" name="Shape 35"/>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39" name="Text 36"/>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40" name="Text 37"/>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Lực lượng thi công 15+ người, huy động linh hoạt theo quy mô và tiến độ từng công trình</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5" name="Text 2"/>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6"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7" name="Text 3"/>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8"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9" name="Text 4"/>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1" name="Text 5"/>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56.jpg" descr="Chỉ huy và đội thi công tại trạm (19/09/2026)">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Chỉ huy và đội thi công tại trạm (19/09/2026)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1148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77724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77724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77724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pic>
        <p:nvPicPr>
          <p:cNvPr id="5" name="photo img19.jpg" descr="Nghệ An – hút sương dầu">    </p:cNvPr>
          <p:cNvPicPr>
            <a:picLocks noChangeAspect="1"/>
          </p:cNvPicPr>
          <p:nvPr/>
        </p:nvPicPr>
        <p:blipFill>
          <a:blip r:embed="rId1"/>
          <a:stretch>
            <a:fillRect/>
          </a:stretch>
        </p:blipFill>
        <p:spPr>
          <a:xfrm>
            <a:off x="502920" y="4892040"/>
            <a:ext cx="2063496" cy="2926080"/>
          </a:xfrm>
          <a:prstGeom prst="rect">
            <a:avLst/>
          </a:prstGeom>
        </p:spPr>
      </p:pic>
      <p:sp>
        <p:nvSpPr>
          <p:cNvPr id="6" name="Text 2"/>
          <p:cNvSpPr txBox="1"/>
          <p:nvPr/>
        </p:nvSpPr>
        <p:spPr>
          <a:xfrm>
            <a:off x="502920"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Nghệ An – hút sương dầu</a:t>
            </a:r>
            <a:endParaRPr lang="en-US" sz="800" dirty="0"/>
          </a:p>
        </p:txBody>
      </p:sp>
      <p:pic>
        <p:nvPicPr>
          <p:cNvPr id="7" name="photo img07.jpg" descr="Ninh Bình – điện nước">    </p:cNvPr>
          <p:cNvPicPr>
            <a:picLocks noChangeAspect="1"/>
          </p:cNvPicPr>
          <p:nvPr/>
        </p:nvPicPr>
        <p:blipFill>
          <a:blip r:embed="rId2"/>
          <a:stretch>
            <a:fillRect/>
          </a:stretch>
        </p:blipFill>
        <p:spPr>
          <a:xfrm>
            <a:off x="2749296" y="4892040"/>
            <a:ext cx="2063496" cy="2926080"/>
          </a:xfrm>
          <a:prstGeom prst="rect">
            <a:avLst/>
          </a:prstGeom>
        </p:spPr>
      </p:pic>
      <p:sp>
        <p:nvSpPr>
          <p:cNvPr id="8" name="Text 3"/>
          <p:cNvSpPr txBox="1"/>
          <p:nvPr/>
        </p:nvSpPr>
        <p:spPr>
          <a:xfrm>
            <a:off x="2749296"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Ninh Bình – điện nước</a:t>
            </a:r>
            <a:endParaRPr lang="en-US" sz="800" dirty="0"/>
          </a:p>
        </p:txBody>
      </p:sp>
      <p:pic>
        <p:nvPicPr>
          <p:cNvPr id="9" name="photo img61.jpg" descr="Huế – xử lý nước UF/RO">    </p:cNvPr>
          <p:cNvPicPr>
            <a:picLocks noChangeAspect="1"/>
          </p:cNvPicPr>
          <p:nvPr/>
        </p:nvPicPr>
        <p:blipFill>
          <a:blip r:embed="rId3"/>
          <a:stretch>
            <a:fillRect/>
          </a:stretch>
        </p:blipFill>
        <p:spPr>
          <a:xfrm>
            <a:off x="4995672" y="4892040"/>
            <a:ext cx="2063496" cy="2926080"/>
          </a:xfrm>
          <a:prstGeom prst="rect">
            <a:avLst/>
          </a:prstGeom>
        </p:spPr>
      </p:pic>
      <p:sp>
        <p:nvSpPr>
          <p:cNvPr id="10" name="Text 4"/>
          <p:cNvSpPr txBox="1"/>
          <p:nvPr/>
        </p:nvSpPr>
        <p:spPr>
          <a:xfrm>
            <a:off x="4995672"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Huế – xử lý nước UF/RO</a:t>
            </a:r>
            <a:endParaRPr lang="en-US" sz="800" dirty="0"/>
          </a:p>
        </p:txBody>
      </p:sp>
      <p:sp>
        <p:nvSpPr>
          <p:cNvPr id="11" name="Shape 5"/>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12" name="Text 6"/>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13" name="Text 7"/>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2026-10-10T09:28:00Z</dcterms:created>
  <dcterms:modified xsi:type="dcterms:W3CDTF">2026-10-10T09:28:00Z</dcterms:modified>
</cp:coreProperties>
</file>