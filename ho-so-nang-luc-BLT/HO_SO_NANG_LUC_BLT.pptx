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6b3af05-bf6d-c949-7b6c-c6400a4dfc2e}">
          <p14:sldIdLst>
            <p14:sldId id="256"/>
            <p14:sldId id="257"/>
            <p14:sldId id="258"/>
          </p14:sldIdLst>
        </p14:section>
        <p14:section name="01 Tổng quan" id="{b9b22ee0-a47f-af3d-93f7-0c4d99af6aa4}">
          <p14:sldIdLst>
            <p14:sldId id="259"/>
            <p14:sldId id="260"/>
            <p14:sldId id="261"/>
            <p14:sldId id="262"/>
            <p14:sldId id="263"/>
          </p14:sldIdLst>
        </p14:section>
        <p14:section name="02 Điện nước công trình" id="{a4986891-b793-c7f3-7755-49189c0df814}">
          <p14:sldIdLst>
            <p14:sldId id="264"/>
            <p14:sldId id="265"/>
            <p14:sldId id="266"/>
          </p14:sldIdLst>
        </p14:section>
        <p14:section name="03 Hút sương dầu nhà xưởng" id="{ca5af126-9ec2-b3f8-1818-1df6b6dd6de1}">
          <p14:sldIdLst>
            <p14:sldId id="267"/>
            <p14:sldId id="268"/>
            <p14:sldId id="269"/>
          </p14:sldIdLst>
        </p14:section>
        <p14:section name="04 Bơm &amp; xử lý nước" id="{3fceb4b8-2bd8-f7c9-322a-b7af08013cde}">
          <p14:sldIdLst>
            <p14:sldId id="270"/>
          </p14:sldIdLst>
        </p14:section>
        <p14:section name="05 Quản trị dự án" id="{ce89f80e-fbb1-c3dd-c4c1-e6026c5020a9}">
          <p14:sldIdLst>
            <p14:sldId id="271"/>
            <p14:sldId id="272"/>
            <p14:sldId id="273"/>
          </p14:sldIdLst>
        </p14:section>
        <p14:section name="06 Nguồn lực" id="{737d82a7-68bb-2897-af92-492a2bc6435b}">
          <p14:sldIdLst>
            <p14:sldId id="274"/>
            <p14:sldId id="275"/>
          </p14:sldIdLst>
        </p14:section>
        <p14:section name="07 Công trình tiêu biểu" id="{1103b9cc-30b3-10ad-e67c-6473b52ce642}">
          <p14:sldIdLst>
            <p14:sldId id="276"/>
            <p14:sldId id="277"/>
            <p14:sldId id="278"/>
            <p14:sldId id="279"/>
          </p14:sldIdLst>
        </p14:section>
        <p14:section name="08 Cam kết &amp; liên hệ" id="{856cabb8-a502-b117-753e-e0d0d0a36498}">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7.jpg" descr="Đội ngũ công nhân BLT">    </p:cNvPr>
          <p:cNvPicPr>
            <a:picLocks noChangeAspect="1"/>
          </p:cNvPicPr>
          <p:nvPr/>
        </p:nvPicPr>
        <p:blipFill>
          <a:blip r:embed="rId1"/>
          <a:stretch>
            <a:fillRect/>
          </a:stretch>
        </p:blipFill>
        <p:spPr>
          <a:xfrm>
            <a:off x="0" y="0"/>
            <a:ext cx="7562088" cy="397764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0" y="4050792"/>
            <a:ext cx="2471928" cy="2532888"/>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2545080" y="4050792"/>
            <a:ext cx="2471928" cy="2532888"/>
          </a:xfrm>
          <a:prstGeom prst="rect">
            <a:avLst/>
          </a:prstGeom>
        </p:spPr>
      </p:pic>
      <p:pic>
        <p:nvPicPr>
          <p:cNvPr id="5" name="cover team img56.jpg" descr="Đội ngũ công nhân BLT">    </p:cNvPr>
          <p:cNvPicPr>
            <a:picLocks noChangeAspect="1"/>
          </p:cNvPicPr>
          <p:nvPr/>
        </p:nvPicPr>
        <p:blipFill>
          <a:blip r:embed="rId4"/>
          <a:stretch>
            <a:fillRect/>
          </a:stretch>
        </p:blipFill>
        <p:spPr>
          <a:xfrm>
            <a:off x="5090160" y="4050792"/>
            <a:ext cx="2471928" cy="2532888"/>
          </a:xfrm>
          <a:prstGeom prst="rect">
            <a:avLst/>
          </a:prstGeom>
        </p:spPr>
      </p:pic>
      <p:sp>
        <p:nvSpPr>
          <p:cNvPr id="6" name="Shape 0"/>
          <p:cNvSpPr/>
          <p:nvPr/>
        </p:nvSpPr>
        <p:spPr>
          <a:xfrm>
            <a:off x="4544568" y="3364992"/>
            <a:ext cx="2514600" cy="457200"/>
          </a:xfrm>
          <a:prstGeom prst="roundRect">
            <a:avLst>
              <a:gd name="adj" fmla="val 16000"/>
            </a:avLst>
          </a:prstGeom>
          <a:solidFill>
            <a:schemeClr val="accent1"/>
          </a:solidFill>
          <a:ln w="12700">
            <a:solidFill>
              <a:schemeClr val="accent1"/>
            </a:solidFill>
            <a:prstDash val="solid"/>
          </a:ln>
        </p:spPr>
      </p:sp>
      <p:sp>
        <p:nvSpPr>
          <p:cNvPr id="7" name="Text 1"/>
          <p:cNvSpPr txBox="1"/>
          <p:nvPr/>
        </p:nvSpPr>
        <p:spPr>
          <a:xfrm>
            <a:off x="4544568" y="3364992"/>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8" name="Shape 2"/>
          <p:cNvSpPr/>
          <p:nvPr/>
        </p:nvSpPr>
        <p:spPr>
          <a:xfrm>
            <a:off x="0" y="6583680"/>
            <a:ext cx="7562088" cy="4105656"/>
          </a:xfrm>
          <a:prstGeom prst="rect">
            <a:avLst/>
          </a:prstGeom>
          <a:solidFill>
            <a:schemeClr val="tx2"/>
          </a:solidFill>
          <a:ln w="12700">
            <a:solidFill>
              <a:schemeClr val="tx2"/>
            </a:solidFill>
            <a:prstDash val="solid"/>
          </a:ln>
        </p:spPr>
      </p:sp>
      <p:pic>
        <p:nvPicPr>
          <p:cNvPr id="9" name="logo" descr="preencoded.png">    </p:cNvPr>
          <p:cNvPicPr>
            <a:picLocks noChangeAspect="1"/>
          </p:cNvPicPr>
          <p:nvPr/>
        </p:nvPicPr>
        <p:blipFill>
          <a:blip r:embed="rId5"/>
          <a:stretch>
            <a:fillRect/>
          </a:stretch>
        </p:blipFill>
        <p:spPr>
          <a:xfrm>
            <a:off x="6007608" y="6903720"/>
            <a:ext cx="1051560" cy="1051560"/>
          </a:xfrm>
          <a:prstGeom prst="rect">
            <a:avLst/>
          </a:prstGeom>
        </p:spPr>
      </p:pic>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685800"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685800"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1536192" cy="2377440"/>
          </a:xfrm>
          <a:prstGeom prst="rect">
            <a:avLst/>
          </a:prstGeom>
        </p:spPr>
      </p:pic>
      <p:sp>
        <p:nvSpPr>
          <p:cNvPr id="7" name="Text 3"/>
          <p:cNvSpPr txBox="1"/>
          <p:nvPr/>
        </p:nvSpPr>
        <p:spPr>
          <a:xfrm>
            <a:off x="502920" y="7534656"/>
            <a:ext cx="1536192"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176272" y="5120640"/>
            <a:ext cx="1536192" cy="2377440"/>
          </a:xfrm>
          <a:prstGeom prst="rect">
            <a:avLst/>
          </a:prstGeom>
        </p:spPr>
      </p:pic>
      <p:sp>
        <p:nvSpPr>
          <p:cNvPr id="9" name="Text 4"/>
          <p:cNvSpPr txBox="1"/>
          <p:nvPr/>
        </p:nvSpPr>
        <p:spPr>
          <a:xfrm>
            <a:off x="2176272" y="7534656"/>
            <a:ext cx="1536192"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3849624" y="5120640"/>
            <a:ext cx="1536192" cy="2377440"/>
          </a:xfrm>
          <a:prstGeom prst="rect">
            <a:avLst/>
          </a:prstGeom>
        </p:spPr>
      </p:pic>
      <p:sp>
        <p:nvSpPr>
          <p:cNvPr id="11" name="Text 5"/>
          <p:cNvSpPr txBox="1"/>
          <p:nvPr/>
        </p:nvSpPr>
        <p:spPr>
          <a:xfrm>
            <a:off x="3849624" y="7534656"/>
            <a:ext cx="1536192"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2" name="photo img33.jpg" descr="Bơm keo làm kín mối nối">    </p:cNvPr>
          <p:cNvPicPr>
            <a:picLocks noChangeAspect="1"/>
          </p:cNvPicPr>
          <p:nvPr/>
        </p:nvPicPr>
        <p:blipFill>
          <a:blip r:embed="rId5"/>
          <a:stretch>
            <a:fillRect/>
          </a:stretch>
        </p:blipFill>
        <p:spPr>
          <a:xfrm>
            <a:off x="5522976" y="5120640"/>
            <a:ext cx="1536192" cy="2377440"/>
          </a:xfrm>
          <a:prstGeom prst="rect">
            <a:avLst/>
          </a:prstGeom>
        </p:spPr>
      </p:pic>
      <p:sp>
        <p:nvSpPr>
          <p:cNvPr id="13" name="Text 6"/>
          <p:cNvSpPr txBox="1"/>
          <p:nvPr/>
        </p:nvSpPr>
        <p:spPr>
          <a:xfrm>
            <a:off x="5522976" y="7534656"/>
            <a:ext cx="1536192"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4" name="Text 7"/>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8"/>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6" name="Shape 9"/>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7" name="Text 10"/>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8" name="Text 11"/>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9" name="Text 12"/>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20" name="Shape 13"/>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21" name="Shape 14"/>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2" name="Text 15"/>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3" name="Text 16"/>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4" name="Text 17"/>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5" name="Shape 18"/>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6" name="Shape 19"/>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7" name="Text 20"/>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8" name="Text 21"/>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9" name="Text 22"/>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pic>
        <p:nvPicPr>
          <p:cNvPr id="4"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6" name="Shape 3"/>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7" name="Text 4"/>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8" name="Text 5"/>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9" name="Shape 6"/>
          <p:cNvSpPr/>
          <p:nvPr/>
        </p:nvSpPr>
        <p:spPr>
          <a:xfrm>
            <a:off x="3781044" y="5486400"/>
            <a:ext cx="0" cy="274320"/>
          </a:xfrm>
          <a:prstGeom prst="line">
            <a:avLst/>
          </a:prstGeom>
          <a:noFill/>
          <a:ln w="12700">
            <a:solidFill>
              <a:schemeClr val="accent3"/>
            </a:solidFill>
            <a:prstDash val="solid"/>
          </a:ln>
        </p:spPr>
      </p:sp>
      <p:sp>
        <p:nvSpPr>
          <p:cNvPr id="10" name="Shape 7"/>
          <p:cNvSpPr/>
          <p:nvPr/>
        </p:nvSpPr>
        <p:spPr>
          <a:xfrm>
            <a:off x="1271016" y="5760720"/>
            <a:ext cx="5020056" cy="0"/>
          </a:xfrm>
          <a:prstGeom prst="line">
            <a:avLst/>
          </a:prstGeom>
          <a:noFill/>
          <a:ln w="12700">
            <a:solidFill>
              <a:schemeClr val="accent3"/>
            </a:solidFill>
            <a:prstDash val="solid"/>
          </a:ln>
        </p:spPr>
      </p:sp>
      <p:sp>
        <p:nvSpPr>
          <p:cNvPr id="11" name="Shape 8"/>
          <p:cNvSpPr/>
          <p:nvPr/>
        </p:nvSpPr>
        <p:spPr>
          <a:xfrm>
            <a:off x="1271016" y="5760720"/>
            <a:ext cx="0" cy="228600"/>
          </a:xfrm>
          <a:prstGeom prst="line">
            <a:avLst/>
          </a:prstGeom>
          <a:noFill/>
          <a:ln w="12700">
            <a:solidFill>
              <a:schemeClr val="accent3"/>
            </a:solidFill>
            <a:prstDash val="solid"/>
          </a:ln>
        </p:spPr>
      </p:sp>
      <p:sp>
        <p:nvSpPr>
          <p:cNvPr id="12" name="Shape 9"/>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3" name="Text 10"/>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4" name="Text 11"/>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15" name="Shape 12"/>
          <p:cNvSpPr/>
          <p:nvPr/>
        </p:nvSpPr>
        <p:spPr>
          <a:xfrm>
            <a:off x="2944368" y="5760720"/>
            <a:ext cx="0" cy="228600"/>
          </a:xfrm>
          <a:prstGeom prst="line">
            <a:avLst/>
          </a:prstGeom>
          <a:noFill/>
          <a:ln w="12700">
            <a:solidFill>
              <a:schemeClr val="accent3"/>
            </a:solidFill>
            <a:prstDash val="solid"/>
          </a:ln>
        </p:spPr>
      </p:sp>
      <p:sp>
        <p:nvSpPr>
          <p:cNvPr id="16" name="Shape 13"/>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7" name="Text 14"/>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8" name="Text 15"/>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19" name="Shape 16"/>
          <p:cNvSpPr/>
          <p:nvPr/>
        </p:nvSpPr>
        <p:spPr>
          <a:xfrm>
            <a:off x="4617720" y="5760720"/>
            <a:ext cx="0" cy="228600"/>
          </a:xfrm>
          <a:prstGeom prst="line">
            <a:avLst/>
          </a:prstGeom>
          <a:noFill/>
          <a:ln w="12700">
            <a:solidFill>
              <a:schemeClr val="accent3"/>
            </a:solidFill>
            <a:prstDash val="solid"/>
          </a:ln>
        </p:spPr>
      </p:sp>
      <p:sp>
        <p:nvSpPr>
          <p:cNvPr id="20" name="Shape 17"/>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1" name="Text 18"/>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2" name="Text 19"/>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23" name="Shape 20"/>
          <p:cNvSpPr/>
          <p:nvPr/>
        </p:nvSpPr>
        <p:spPr>
          <a:xfrm>
            <a:off x="6291072" y="5760720"/>
            <a:ext cx="0" cy="228600"/>
          </a:xfrm>
          <a:prstGeom prst="line">
            <a:avLst/>
          </a:prstGeom>
          <a:noFill/>
          <a:ln w="12700">
            <a:solidFill>
              <a:schemeClr val="accent3"/>
            </a:solidFill>
            <a:prstDash val="solid"/>
          </a:ln>
        </p:spPr>
      </p:sp>
      <p:sp>
        <p:nvSpPr>
          <p:cNvPr id="24" name="Shape 21"/>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5" name="Text 22"/>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6" name="Text 23"/>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27" name="Shape 24"/>
          <p:cNvSpPr/>
          <p:nvPr/>
        </p:nvSpPr>
        <p:spPr>
          <a:xfrm>
            <a:off x="3781044" y="6766560"/>
            <a:ext cx="0" cy="274320"/>
          </a:xfrm>
          <a:prstGeom prst="line">
            <a:avLst/>
          </a:prstGeom>
          <a:noFill/>
          <a:ln w="12700">
            <a:solidFill>
              <a:schemeClr val="accent3"/>
            </a:solidFill>
            <a:prstDash val="solid"/>
          </a:ln>
        </p:spPr>
      </p:sp>
      <p:sp>
        <p:nvSpPr>
          <p:cNvPr id="28" name="Shape 25"/>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29" name="Text 26"/>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0" name="Text 27"/>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31" name="Shape 28"/>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2" name="Text 29"/>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3" name="Text 30"/>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34" name="Shape 31"/>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5" name="Text 32"/>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36" name="Text 33"/>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37" name="Shape 34"/>
          <p:cNvSpPr/>
          <p:nvPr/>
        </p:nvSpPr>
        <p:spPr>
          <a:xfrm>
            <a:off x="1549908" y="7040880"/>
            <a:ext cx="4462272" cy="0"/>
          </a:xfrm>
          <a:prstGeom prst="line">
            <a:avLst/>
          </a:prstGeom>
          <a:noFill/>
          <a:ln w="12700">
            <a:solidFill>
              <a:schemeClr val="accent3"/>
            </a:solidFill>
            <a:prstDash val="solid"/>
          </a:ln>
        </p:spPr>
      </p:sp>
      <p:sp>
        <p:nvSpPr>
          <p:cNvPr id="38" name="Shape 35"/>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39" name="Text 36"/>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40" name="Text 37"/>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5" name="Text 2"/>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6"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7" name="Text 3"/>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8"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9" name="Text 4"/>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1" name="Text 5"/>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1148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77724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77724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77724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pic>
        <p:nvPicPr>
          <p:cNvPr id="5" name="photo img19.jpg" descr="Nghệ An – hút sương dầu">    </p:cNvPr>
          <p:cNvPicPr>
            <a:picLocks noChangeAspect="1"/>
          </p:cNvPicPr>
          <p:nvPr/>
        </p:nvPicPr>
        <p:blipFill>
          <a:blip r:embed="rId1"/>
          <a:stretch>
            <a:fillRect/>
          </a:stretch>
        </p:blipFill>
        <p:spPr>
          <a:xfrm>
            <a:off x="502920" y="4892040"/>
            <a:ext cx="2063496" cy="2926080"/>
          </a:xfrm>
          <a:prstGeom prst="rect">
            <a:avLst/>
          </a:prstGeom>
        </p:spPr>
      </p:pic>
      <p:sp>
        <p:nvSpPr>
          <p:cNvPr id="6" name="Text 2"/>
          <p:cNvSpPr txBox="1"/>
          <p:nvPr/>
        </p:nvSpPr>
        <p:spPr>
          <a:xfrm>
            <a:off x="502920"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Nghệ An – hút sương dầu</a:t>
            </a:r>
            <a:endParaRPr lang="en-US" sz="800" dirty="0"/>
          </a:p>
        </p:txBody>
      </p:sp>
      <p:pic>
        <p:nvPicPr>
          <p:cNvPr id="7" name="photo img07.jpg" descr="Ninh Bình – điện nước">    </p:cNvPr>
          <p:cNvPicPr>
            <a:picLocks noChangeAspect="1"/>
          </p:cNvPicPr>
          <p:nvPr/>
        </p:nvPicPr>
        <p:blipFill>
          <a:blip r:embed="rId2"/>
          <a:stretch>
            <a:fillRect/>
          </a:stretch>
        </p:blipFill>
        <p:spPr>
          <a:xfrm>
            <a:off x="2749296" y="4892040"/>
            <a:ext cx="2063496" cy="2926080"/>
          </a:xfrm>
          <a:prstGeom prst="rect">
            <a:avLst/>
          </a:prstGeom>
        </p:spPr>
      </p:pic>
      <p:sp>
        <p:nvSpPr>
          <p:cNvPr id="8" name="Text 3"/>
          <p:cNvSpPr txBox="1"/>
          <p:nvPr/>
        </p:nvSpPr>
        <p:spPr>
          <a:xfrm>
            <a:off x="2749296"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Ninh Bình – điện nước</a:t>
            </a:r>
            <a:endParaRPr lang="en-US" sz="800" dirty="0"/>
          </a:p>
        </p:txBody>
      </p:sp>
      <p:pic>
        <p:nvPicPr>
          <p:cNvPr id="9" name="photo img61.jpg" descr="Huế – xử lý nước UF/RO">    </p:cNvPr>
          <p:cNvPicPr>
            <a:picLocks noChangeAspect="1"/>
          </p:cNvPicPr>
          <p:nvPr/>
        </p:nvPicPr>
        <p:blipFill>
          <a:blip r:embed="rId3"/>
          <a:stretch>
            <a:fillRect/>
          </a:stretch>
        </p:blipFill>
        <p:spPr>
          <a:xfrm>
            <a:off x="4995672" y="4892040"/>
            <a:ext cx="2063496" cy="2926080"/>
          </a:xfrm>
          <a:prstGeom prst="rect">
            <a:avLst/>
          </a:prstGeom>
        </p:spPr>
      </p:pic>
      <p:sp>
        <p:nvSpPr>
          <p:cNvPr id="10" name="Text 4"/>
          <p:cNvSpPr txBox="1"/>
          <p:nvPr/>
        </p:nvSpPr>
        <p:spPr>
          <a:xfrm>
            <a:off x="4995672"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Huế – xử lý nước UF/RO</a:t>
            </a:r>
            <a:endParaRPr lang="en-US" sz="800" dirty="0"/>
          </a:p>
        </p:txBody>
      </p:sp>
      <p:sp>
        <p:nvSpPr>
          <p:cNvPr id="11" name="Shape 5"/>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12" name="Text 6"/>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13" name="Text 7"/>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2026-10-10T10:01:06Z</dcterms:created>
  <dcterms:modified xsi:type="dcterms:W3CDTF">2026-10-10T10:01:06Z</dcterms:modified>
</cp:coreProperties>
</file>