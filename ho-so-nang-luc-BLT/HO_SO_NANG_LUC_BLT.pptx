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d2d75668-9e89-8362-847c-447f0a0cab44}">
          <p14:sldIdLst>
            <p14:sldId id="256"/>
            <p14:sldId id="257"/>
            <p14:sldId id="258"/>
          </p14:sldIdLst>
        </p14:section>
        <p14:section name="01 Tổng quan" id="{fe2ad2fc-a135-3a79-4a73-5d65b2964f31}">
          <p14:sldIdLst>
            <p14:sldId id="259"/>
            <p14:sldId id="260"/>
            <p14:sldId id="261"/>
            <p14:sldId id="262"/>
            <p14:sldId id="263"/>
          </p14:sldIdLst>
        </p14:section>
        <p14:section name="02 Điện nước công trình" id="{4d191460-7e11-0b26-0a27-f80f0164c9ad}">
          <p14:sldIdLst>
            <p14:sldId id="264"/>
            <p14:sldId id="265"/>
            <p14:sldId id="266"/>
          </p14:sldIdLst>
        </p14:section>
        <p14:section name="03 Hút sương dầu nhà xưởng" id="{f480d4e0-948d-8534-cb8a-c4ec9a9061e3}">
          <p14:sldIdLst>
            <p14:sldId id="267"/>
            <p14:sldId id="268"/>
            <p14:sldId id="269"/>
          </p14:sldIdLst>
        </p14:section>
        <p14:section name="04 Bơm &amp; xử lý nước" id="{087c28b5-faf9-6bf3-317a-6aad68f07b4e}">
          <p14:sldIdLst>
            <p14:sldId id="270"/>
          </p14:sldIdLst>
        </p14:section>
        <p14:section name="05 Quản trị dự án" id="{a0e624b9-b0e9-6e26-ca07-47cefd2450f1}">
          <p14:sldIdLst>
            <p14:sldId id="271"/>
            <p14:sldId id="272"/>
            <p14:sldId id="273"/>
          </p14:sldIdLst>
        </p14:section>
        <p14:section name="06 Nguồn lực" id="{59ba8e18-645e-b90c-d913-2adb7df5b24e}">
          <p14:sldIdLst>
            <p14:sldId id="274"/>
            <p14:sldId id="275"/>
          </p14:sldIdLst>
        </p14:section>
        <p14:section name="07 Công trình tiêu biểu" id="{50837fe0-90c7-16b4-dd0d-2072709c20ae}">
          <p14:sldIdLst>
            <p14:sldId id="276"/>
            <p14:sldId id="277"/>
            <p14:sldId id="278"/>
            <p14:sldId id="279"/>
          </p14:sldIdLst>
        </p14:section>
        <p14:section name="08 Cam kết &amp; liên hệ" id="{78527d66-43e1-8beb-1b62-108563cb1944}">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img56_cov.jpg" descr="Đội ngũ công nhân BLT">    </p:cNvPr>
          <p:cNvPicPr>
            <a:picLocks noChangeAspect="1"/>
          </p:cNvPicPr>
          <p:nvPr/>
        </p:nvPicPr>
        <p:blipFill>
          <a:blip r:embed="rId1"/>
          <a:stretch>
            <a:fillRect/>
          </a:stretch>
        </p:blipFill>
        <p:spPr>
          <a:xfrm>
            <a:off x="0" y="0"/>
            <a:ext cx="3749040" cy="6583680"/>
          </a:xfrm>
          <a:prstGeom prst="rect">
            <a:avLst/>
          </a:prstGeom>
        </p:spPr>
      </p:pic>
      <p:pic>
        <p:nvPicPr>
          <p:cNvPr id="3" name="cover team img45.jpg" descr="Đội ngũ công nhân BLT">    </p:cNvPr>
          <p:cNvPicPr>
            <a:picLocks noChangeAspect="1"/>
          </p:cNvPicPr>
          <p:nvPr/>
        </p:nvPicPr>
        <p:blipFill>
          <a:blip r:embed="rId2"/>
          <a:stretch>
            <a:fillRect/>
          </a:stretch>
        </p:blipFill>
        <p:spPr>
          <a:xfrm>
            <a:off x="3822192" y="0"/>
            <a:ext cx="3739896" cy="3255264"/>
          </a:xfrm>
          <a:prstGeom prst="rect">
            <a:avLst/>
          </a:prstGeom>
        </p:spPr>
      </p:pic>
      <p:pic>
        <p:nvPicPr>
          <p:cNvPr id="4" name="cover team qt_team.jpg" descr="Đội ngũ công nhân BLT">    </p:cNvPr>
          <p:cNvPicPr>
            <a:picLocks noChangeAspect="1"/>
          </p:cNvPicPr>
          <p:nvPr/>
        </p:nvPicPr>
        <p:blipFill>
          <a:blip r:embed="rId3"/>
          <a:stretch>
            <a:fillRect/>
          </a:stretch>
        </p:blipFill>
        <p:spPr>
          <a:xfrm>
            <a:off x="3822192" y="3328416"/>
            <a:ext cx="3739896" cy="3255264"/>
          </a:xfrm>
          <a:prstGeom prst="rect">
            <a:avLst/>
          </a:prstGeom>
        </p:spPr>
      </p:pic>
      <p:sp>
        <p:nvSpPr>
          <p:cNvPr id="5" name="Shape 0"/>
          <p:cNvSpPr/>
          <p:nvPr/>
        </p:nvSpPr>
        <p:spPr>
          <a:xfrm>
            <a:off x="0" y="6583680"/>
            <a:ext cx="7562088" cy="4105656"/>
          </a:xfrm>
          <a:prstGeom prst="rect">
            <a:avLst/>
          </a:prstGeom>
          <a:solidFill>
            <a:schemeClr val="tx2"/>
          </a:solidFill>
          <a:ln w="12700">
            <a:solidFill>
              <a:schemeClr val="tx2"/>
            </a:solidFill>
            <a:prstDash val="solid"/>
          </a:ln>
        </p:spPr>
      </p:sp>
      <p:pic>
        <p:nvPicPr>
          <p:cNvPr id="6" name="logo" descr="preencoded.png">    </p:cNvPr>
          <p:cNvPicPr>
            <a:picLocks noChangeAspect="1"/>
          </p:cNvPicPr>
          <p:nvPr/>
        </p:nvPicPr>
        <p:blipFill>
          <a:blip r:embed="rId4"/>
          <a:stretch>
            <a:fillRect/>
          </a:stretch>
        </p:blipFill>
        <p:spPr>
          <a:xfrm>
            <a:off x="6007608" y="7040880"/>
            <a:ext cx="1051560" cy="1051560"/>
          </a:xfrm>
          <a:prstGeom prst="rect">
            <a:avLst/>
          </a:prstGeom>
        </p:spPr>
      </p:pic>
      <p:sp>
        <p:nvSpPr>
          <p:cNvPr id="7"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8"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50 NHÂN SỰ</a:t>
            </a:r>
            <a:endParaRPr lang="en-US" sz="1400" dirty="0"/>
          </a:p>
        </p:txBody>
      </p:sp>
      <p:sp>
        <p:nvSpPr>
          <p:cNvPr id="9"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0"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1"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2"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3"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4"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5"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79.jpg" descr="Đội thi công BLT tại nhà xưởng gia công CNC – Hưng Nguyên, Nghệ An">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nhà xưởng gia công CNC – Hưng Nguyên, Nghệ An</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render_nha.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img08.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2926080"/>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2926080"/>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50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2775204" y="1371600"/>
            <a:ext cx="2011680" cy="2011680"/>
          </a:xfrm>
          <a:prstGeom prst="rect">
            <a:avLst/>
          </a:prstGeom>
        </p:spPr>
      </p:pic>
      <p:sp>
        <p:nvSpPr>
          <p:cNvPr id="3" name="Text 0"/>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4" name="Text 1"/>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5" name="Text 2"/>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6" name="Text 3"/>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7" name="Text 4"/>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8" name="Text 5"/>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9" name="Text 6"/>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0" name="Text 7"/>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1" name="Text 8"/>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2" name="Text 9"/>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3" name="Text 10"/>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4" name="Text 11"/>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5" name="Text 12"/>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6" name="Text 13"/>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7" name="Text 14"/>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18" name="Text 15"/>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2026-10-10T10:40:57Z</dcterms:created>
  <dcterms:modified xsi:type="dcterms:W3CDTF">2026-10-10T10:40:57Z</dcterms:modified>
</cp:coreProperties>
</file>