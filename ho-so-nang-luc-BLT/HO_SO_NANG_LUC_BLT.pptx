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182fa455-e893-9667-dd64-4ab823b804d0}">
          <p14:sldIdLst>
            <p14:sldId id="256"/>
            <p14:sldId id="257"/>
            <p14:sldId id="258"/>
          </p14:sldIdLst>
        </p14:section>
        <p14:section name="01 Tổng quan" id="{f3a3533f-b04d-722f-7c62-47dc8145aab4}">
          <p14:sldIdLst>
            <p14:sldId id="259"/>
            <p14:sldId id="260"/>
            <p14:sldId id="261"/>
            <p14:sldId id="262"/>
            <p14:sldId id="263"/>
          </p14:sldIdLst>
        </p14:section>
        <p14:section name="02 Điện nước công trình" id="{1d9649b2-0ff4-a928-228d-ed22c2e5617c}">
          <p14:sldIdLst>
            <p14:sldId id="264"/>
            <p14:sldId id="265"/>
            <p14:sldId id="266"/>
          </p14:sldIdLst>
        </p14:section>
        <p14:section name="03 Hút sương dầu nhà xưởng" id="{44cc2189-a476-7a85-fe88-ab68c0f7dc79}">
          <p14:sldIdLst>
            <p14:sldId id="267"/>
            <p14:sldId id="268"/>
            <p14:sldId id="269"/>
          </p14:sldIdLst>
        </p14:section>
        <p14:section name="04 Bơm &amp; xử lý nước" id="{2649f439-536d-7ec4-1543-fb3532078bc7}">
          <p14:sldIdLst>
            <p14:sldId id="270"/>
          </p14:sldIdLst>
        </p14:section>
        <p14:section name="05 Quản trị dự án" id="{5495e30f-f0d5-b81c-5ac4-0311d703ffd5}">
          <p14:sldIdLst>
            <p14:sldId id="271"/>
            <p14:sldId id="272"/>
            <p14:sldId id="273"/>
          </p14:sldIdLst>
        </p14:section>
        <p14:section name="06 Nguồn lực" id="{69f901ee-d9fa-55bb-9321-fd85117e12a0}">
          <p14:sldIdLst>
            <p14:sldId id="274"/>
            <p14:sldId id="275"/>
          </p14:sldIdLst>
        </p14:section>
        <p14:section name="07 Công trình tiêu biểu" id="{7a1e0bba-9bcc-4c30-8c80-e5beaabc62f3}">
          <p14:sldIdLst>
            <p14:sldId id="276"/>
            <p14:sldId id="277"/>
            <p14:sldId id="278"/>
            <p14:sldId id="279"/>
          </p14:sldIdLst>
        </p14:section>
        <p14:section name="08 Cam kết &amp; liên hệ" id="{08ee5891-be5a-f9b7-774f-d588d144d4a0}">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img56_cov.jpg" descr="Đội ngũ công nhân BLT">    </p:cNvPr>
          <p:cNvPicPr>
            <a:picLocks noChangeAspect="1"/>
          </p:cNvPicPr>
          <p:nvPr/>
        </p:nvPicPr>
        <p:blipFill>
          <a:blip r:embed="rId1"/>
          <a:stretch>
            <a:fillRect/>
          </a:stretch>
        </p:blipFill>
        <p:spPr>
          <a:xfrm>
            <a:off x="0" y="0"/>
            <a:ext cx="3749040" cy="6583680"/>
          </a:xfrm>
          <a:prstGeom prst="rect">
            <a:avLst/>
          </a:prstGeom>
        </p:spPr>
      </p:pic>
      <p:pic>
        <p:nvPicPr>
          <p:cNvPr id="3" name="cover team img45.jpg" descr="Đội ngũ công nhân BLT">    </p:cNvPr>
          <p:cNvPicPr>
            <a:picLocks noChangeAspect="1"/>
          </p:cNvPicPr>
          <p:nvPr/>
        </p:nvPicPr>
        <p:blipFill>
          <a:blip r:embed="rId2"/>
          <a:stretch>
            <a:fillRect/>
          </a:stretch>
        </p:blipFill>
        <p:spPr>
          <a:xfrm>
            <a:off x="3822192" y="0"/>
            <a:ext cx="3739896" cy="3255264"/>
          </a:xfrm>
          <a:prstGeom prst="rect">
            <a:avLst/>
          </a:prstGeom>
        </p:spPr>
      </p:pic>
      <p:pic>
        <p:nvPicPr>
          <p:cNvPr id="4" name="cover team qt_team.jpg" descr="Đội ngũ công nhân BLT">    </p:cNvPr>
          <p:cNvPicPr>
            <a:picLocks noChangeAspect="1"/>
          </p:cNvPicPr>
          <p:nvPr/>
        </p:nvPicPr>
        <p:blipFill>
          <a:blip r:embed="rId3"/>
          <a:stretch>
            <a:fillRect/>
          </a:stretch>
        </p:blipFill>
        <p:spPr>
          <a:xfrm>
            <a:off x="3822192" y="3328416"/>
            <a:ext cx="3739896" cy="3255264"/>
          </a:xfrm>
          <a:prstGeom prst="rect">
            <a:avLst/>
          </a:prstGeom>
        </p:spPr>
      </p:pic>
      <p:sp>
        <p:nvSpPr>
          <p:cNvPr id="5" name="Shape 0"/>
          <p:cNvSpPr/>
          <p:nvPr/>
        </p:nvSpPr>
        <p:spPr>
          <a:xfrm>
            <a:off x="0" y="6583680"/>
            <a:ext cx="7562088" cy="4105656"/>
          </a:xfrm>
          <a:prstGeom prst="rect">
            <a:avLst/>
          </a:prstGeom>
          <a:solidFill>
            <a:schemeClr val="tx2"/>
          </a:solidFill>
          <a:ln w="12700">
            <a:solidFill>
              <a:schemeClr val="tx2"/>
            </a:solidFill>
            <a:prstDash val="solid"/>
          </a:ln>
        </p:spPr>
      </p:sp>
      <p:pic>
        <p:nvPicPr>
          <p:cNvPr id="6" name="logo" descr="preencoded.png">    </p:cNvPr>
          <p:cNvPicPr>
            <a:picLocks noChangeAspect="1"/>
          </p:cNvPicPr>
          <p:nvPr/>
        </p:nvPicPr>
        <p:blipFill>
          <a:blip r:embed="rId4"/>
          <a:stretch>
            <a:fillRect/>
          </a:stretch>
        </p:blipFill>
        <p:spPr>
          <a:xfrm>
            <a:off x="6007608" y="7040880"/>
            <a:ext cx="1051560" cy="1051560"/>
          </a:xfrm>
          <a:prstGeom prst="rect">
            <a:avLst/>
          </a:prstGeom>
        </p:spPr>
      </p:pic>
      <p:sp>
        <p:nvSpPr>
          <p:cNvPr id="7"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8"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9"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0"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1"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2"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3"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4"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5"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79.jpg" descr="Đội thi công BLT tại nhà xưởng gia công CNC – Hưng Nguyên, Nghệ An">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2926080"/>
            <a:ext cx="123444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2926080"/>
            <a:ext cx="123444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ẢNH MINH HỌA</a:t>
            </a:r>
            <a:endParaRPr lang="en-US" sz="750" dirty="0"/>
          </a:p>
        </p:txBody>
      </p:sp>
      <p:sp>
        <p:nvSpPr>
          <p:cNvPr id="7" name="Shape 2"/>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8" name="Text 3"/>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9" name="Text 4"/>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10" name="Text 5"/>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11" name="Text 6"/>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50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2026-10-10T23:16:39Z</dcterms:created>
  <dcterms:modified xsi:type="dcterms:W3CDTF">2026-10-10T23:16:39Z</dcterms:modified>
</cp:coreProperties>
</file>