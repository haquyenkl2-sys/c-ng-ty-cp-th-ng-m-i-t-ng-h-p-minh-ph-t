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8245867-f327-d094-4925-72a31402470b}">
          <p14:sldIdLst>
            <p14:sldId id="256"/>
            <p14:sldId id="257"/>
            <p14:sldId id="258"/>
          </p14:sldIdLst>
        </p14:section>
        <p14:section name="01 Tổng quan" id="{a723346e-9b2d-de84-affa-8f0fb62f270d}">
          <p14:sldIdLst>
            <p14:sldId id="259"/>
            <p14:sldId id="260"/>
            <p14:sldId id="261"/>
            <p14:sldId id="262"/>
            <p14:sldId id="263"/>
          </p14:sldIdLst>
        </p14:section>
        <p14:section name="02 Điện nước công trình" id="{542b40e1-1628-373f-7127-2ad5b9b5454f}">
          <p14:sldIdLst>
            <p14:sldId id="264"/>
            <p14:sldId id="265"/>
            <p14:sldId id="266"/>
          </p14:sldIdLst>
        </p14:section>
        <p14:section name="03 Hút sương dầu nhà xưởng" id="{8df30eb5-65c1-7565-6025-da539dfe8a54}">
          <p14:sldIdLst>
            <p14:sldId id="267"/>
            <p14:sldId id="268"/>
            <p14:sldId id="269"/>
          </p14:sldIdLst>
        </p14:section>
        <p14:section name="04 Bơm &amp; xử lý nước" id="{53084246-5de0-14ba-b912-138fd5cf9e6f}">
          <p14:sldIdLst>
            <p14:sldId id="270"/>
          </p14:sldIdLst>
        </p14:section>
        <p14:section name="05 Quản trị dự án" id="{1275f23a-0c58-dbf4-3bdf-9bd840957d66}">
          <p14:sldIdLst>
            <p14:sldId id="271"/>
            <p14:sldId id="272"/>
            <p14:sldId id="273"/>
          </p14:sldIdLst>
        </p14:section>
        <p14:section name="06 Nguồn lực" id="{3183c4f5-cb69-4078-3686-ffd834faec2b}">
          <p14:sldIdLst>
            <p14:sldId id="274"/>
            <p14:sldId id="275"/>
          </p14:sldIdLst>
        </p14:section>
        <p14:section name="07 Công trình tiêu biểu" id="{d7a2ddc5-3339-b4a3-a539-41ca02422e5e}">
          <p14:sldIdLst>
            <p14:sldId id="276"/>
            <p14:sldId id="277"/>
            <p14:sldId id="278"/>
            <p14:sldId id="279"/>
          </p14:sldIdLst>
        </p14:section>
        <p14:section name="08 Cam kết &amp; liên hệ" id="{fa285568-7996-b853-fff9-f1ea3f925ea8}">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pic>
        <p:nvPicPr>
          <p:cNvPr id="9" name="photo img79.jpg" descr="Đội thi công BLT tại nhà xưởng gia công CNC – Hưng Nguyên, Nghệ An">    </p:cNvPr>
          <p:cNvPicPr>
            <a:picLocks noChangeAspect="1"/>
          </p:cNvPicPr>
          <p:nvPr/>
        </p:nvPicPr>
        <p:blipFill>
          <a:blip r:embed="rId1"/>
          <a:stretch>
            <a:fillRect/>
          </a:stretch>
        </p:blipFill>
        <p:spPr>
          <a:xfrm>
            <a:off x="502920" y="7040880"/>
            <a:ext cx="3566160" cy="2606040"/>
          </a:xfrm>
          <a:prstGeom prst="rect">
            <a:avLst/>
          </a:prstGeom>
        </p:spPr>
      </p:pic>
      <p:sp>
        <p:nvSpPr>
          <p:cNvPr id="10" name="Text 7"/>
          <p:cNvSpPr txBox="1"/>
          <p:nvPr/>
        </p:nvSpPr>
        <p:spPr>
          <a:xfrm>
            <a:off x="502920" y="9683496"/>
            <a:ext cx="356616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11" name="Text 8"/>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tháng 10 năm 2026</a:t>
            </a:r>
            <a:endParaRPr lang="en-US" sz="1050" dirty="0"/>
          </a:p>
        </p:txBody>
      </p:sp>
      <p:sp>
        <p:nvSpPr>
          <p:cNvPr id="12" name="Text 9"/>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3" name="Text 10"/>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4" name="Text 11"/>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2026-10-11T00:08:51Z</dcterms:created>
  <dcterms:modified xsi:type="dcterms:W3CDTF">2026-10-11T00:08:51Z</dcterms:modified>
</cp:coreProperties>
</file>