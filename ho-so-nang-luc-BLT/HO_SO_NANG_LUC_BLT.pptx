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dd61e08b-a3e4-8bd7-d9d4-c40118a07ed7}">
          <p14:sldIdLst>
            <p14:sldId id="256"/>
            <p14:sldId id="257"/>
            <p14:sldId id="258"/>
          </p14:sldIdLst>
        </p14:section>
        <p14:section name="01 Tổng quan" id="{3580978b-b44c-f23a-006c-383668f90f20}">
          <p14:sldIdLst>
            <p14:sldId id="259"/>
            <p14:sldId id="260"/>
            <p14:sldId id="261"/>
            <p14:sldId id="262"/>
            <p14:sldId id="263"/>
          </p14:sldIdLst>
        </p14:section>
        <p14:section name="02 Điện nước công trình" id="{5c3ab4fa-2adf-5e56-049a-85a881410975}">
          <p14:sldIdLst>
            <p14:sldId id="264"/>
            <p14:sldId id="265"/>
            <p14:sldId id="266"/>
          </p14:sldIdLst>
        </p14:section>
        <p14:section name="03 Hút sương dầu nhà xưởng" id="{d2990a52-2d7f-afc8-a788-585445309780}">
          <p14:sldIdLst>
            <p14:sldId id="267"/>
            <p14:sldId id="268"/>
            <p14:sldId id="269"/>
          </p14:sldIdLst>
        </p14:section>
        <p14:section name="04 Bơm &amp; xử lý nước" id="{7f1ccf3e-84fb-be87-afe5-2b16bb180ea0}">
          <p14:sldIdLst>
            <p14:sldId id="270"/>
          </p14:sldIdLst>
        </p14:section>
        <p14:section name="05 Quản trị dự án" id="{aab50e06-2728-82ee-9d55-c927d04a0fb1}">
          <p14:sldIdLst>
            <p14:sldId id="271"/>
            <p14:sldId id="272"/>
            <p14:sldId id="273"/>
          </p14:sldIdLst>
        </p14:section>
        <p14:section name="06 Nguồn lực" id="{d5d16c8b-15b5-eb97-e7ee-ecc02bc2307b}">
          <p14:sldIdLst>
            <p14:sldId id="274"/>
            <p14:sldId id="275"/>
          </p14:sldIdLst>
        </p14:section>
        <p14:section name="07 Công trình tiêu biểu" id="{c824c9e3-c4bf-a94e-510d-37be04360a7e}">
          <p14:sldIdLst>
            <p14:sldId id="276"/>
            <p14:sldId id="277"/>
            <p14:sldId id="278"/>
            <p14:sldId id="279"/>
          </p14:sldIdLst>
        </p14:section>
        <p14:section name="08 Cam kết &amp; liên hệ" id="{30284376-5e20-f791-ba1a-6bf5eeebe866}">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sp>
        <p:nvSpPr>
          <p:cNvPr id="6" name="Shape 0"/>
          <p:cNvSpPr/>
          <p:nvPr/>
        </p:nvSpPr>
        <p:spPr>
          <a:xfrm>
            <a:off x="0" y="6583680"/>
            <a:ext cx="7562088" cy="4105656"/>
          </a:xfrm>
          <a:prstGeom prst="rect">
            <a:avLst/>
          </a:prstGeom>
          <a:solidFill>
            <a:schemeClr val="tx2"/>
          </a:solidFill>
          <a:ln w="12700">
            <a:solidFill>
              <a:schemeClr val="tx2"/>
            </a:solidFill>
            <a:prstDash val="solid"/>
          </a:ln>
        </p:spPr>
      </p:sp>
      <p:pic>
        <p:nvPicPr>
          <p:cNvPr id="7" name="logo" descr="preencoded.png">    </p:cNvPr>
          <p:cNvPicPr>
            <a:picLocks noChangeAspect="1"/>
          </p:cNvPicPr>
          <p:nvPr/>
        </p:nvPicPr>
        <p:blipFill>
          <a:blip r:embed="rId5"/>
          <a:stretch>
            <a:fillRect/>
          </a:stretch>
        </p:blipFill>
        <p:spPr>
          <a:xfrm>
            <a:off x="6007608" y="7040880"/>
            <a:ext cx="1051560" cy="1051560"/>
          </a:xfrm>
          <a:prstGeom prst="rect">
            <a:avLst/>
          </a:prstGeom>
        </p:spPr>
      </p:pic>
      <p:sp>
        <p:nvSpPr>
          <p:cNvPr id="8"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9"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50 NHÂN SỰ</a:t>
            </a:r>
            <a:endParaRPr lang="en-US" sz="1400" dirty="0"/>
          </a:p>
        </p:txBody>
      </p:sp>
      <p:sp>
        <p:nvSpPr>
          <p:cNvPr id="10"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1"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2"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3"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4"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5"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6"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pic>
        <p:nvPicPr>
          <p:cNvPr id="4" name="photo img79.jpg" descr="Đội thi công BLT tại nhà xưởng gia công CNC – Hưng Nguyên, Nghệ An">    </p:cNvPr>
          <p:cNvPicPr>
            <a:picLocks noChangeAspect="1"/>
          </p:cNvPicPr>
          <p:nvPr/>
        </p:nvPicPr>
        <p:blipFill>
          <a:blip r:embed="rId1"/>
          <a:stretch>
            <a:fillRect/>
          </a:stretch>
        </p:blipFill>
        <p:spPr>
          <a:xfrm>
            <a:off x="502920" y="1417320"/>
            <a:ext cx="6556248" cy="2743200"/>
          </a:xfrm>
          <a:prstGeom prst="rect">
            <a:avLst/>
          </a:prstGeom>
        </p:spPr>
      </p:pic>
      <p:sp>
        <p:nvSpPr>
          <p:cNvPr id="5" name="Text 2"/>
          <p:cNvSpPr txBox="1"/>
          <p:nvPr/>
        </p:nvSpPr>
        <p:spPr>
          <a:xfrm>
            <a:off x="502920" y="4197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thi công BLT tại nhà xưởng gia công CNC – Hưng Nguyên, Nghệ An</a:t>
            </a:r>
            <a:endParaRPr lang="en-US" sz="800" dirty="0"/>
          </a:p>
        </p:txBody>
      </p:sp>
      <p:sp>
        <p:nvSpPr>
          <p:cNvPr id="6" name="Text 3"/>
          <p:cNvSpPr txBox="1"/>
          <p:nvPr/>
        </p:nvSpPr>
        <p:spPr>
          <a:xfrm>
            <a:off x="502920" y="4526280"/>
            <a:ext cx="6556248" cy="4480560"/>
          </a:xfrm>
          <a:prstGeom prst="rect">
            <a:avLst/>
          </a:prstGeom>
          <a:noFill/>
          <a:ln/>
        </p:spPr>
        <p:txBody>
          <a:bodyPr wrap="square" lIns="0" tIns="0" rIns="0" bIns="0" rtlCol="0" anchor="t"/>
          <a:lstStyle/>
          <a:p>
            <a:pPr indent="0" marL="0">
              <a:lnSpc>
                <a:spcPct val="115000"/>
              </a:lnSpc>
              <a:spcAft>
                <a:spcPts val="800"/>
              </a:spcAft>
              <a:buNone/>
            </a:pPr>
            <a:r>
              <a:rPr lang="en-US" sz="1150" b="1" dirty="0">
                <a:solidFill>
                  <a:schemeClr val="tx1"/>
                </a:solidFill>
              </a:rPr>
              <a:t>Kính gửi Quý Khách hàng và Quý Đối tác,</a:t>
            </a:r>
            <a:endParaRPr lang="en-US" sz="1150" dirty="0"/>
          </a:p>
          <a:p>
            <a:pPr indent="0" marL="0">
              <a:lnSpc>
                <a:spcPct val="115000"/>
              </a:lnSpc>
              <a:spcAft>
                <a:spcPts val="8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15000"/>
              </a:lnSpc>
              <a:spcAft>
                <a:spcPts val="800"/>
              </a:spcAft>
              <a:buNone/>
            </a:pPr>
            <a:r>
              <a:rPr lang="en-US" sz="1150" dirty="0">
                <a:solidFill>
                  <a:schemeClr val="tx1"/>
                </a:solidFill>
              </a:rPr>
              <a:t>BLT là đơn vị thi công chuyên sâu về hệ thống kỹ thuật công trình: điện, cấp thoát nước, đường ống công nghệ, hệ thống hút sương dầu – lọc khí cho nhà xưởng và hệ thống bơm – xử lý nước. Đội ngũ 50 người của chúng tôi đang trực tiếp thi công tại nhiều công trình ở Nghệ An, Ninh Bình và Thành phố Huế, từ công trình nhiều tầng đến nhà xưởng sản xuất đang vận hành.</a:t>
            </a:r>
            <a:endParaRPr lang="en-US" sz="1150" dirty="0"/>
          </a:p>
          <a:p>
            <a:pPr indent="0" marL="0">
              <a:lnSpc>
                <a:spcPct val="115000"/>
              </a:lnSpc>
              <a:spcAft>
                <a:spcPts val="800"/>
              </a:spcAft>
              <a:buNone/>
            </a:pPr>
            <a:r>
              <a:rPr lang="en-US" sz="1150" dirty="0">
                <a:solidFill>
                  <a:schemeClr val="tx1"/>
                </a:solidFill>
              </a:rPr>
              <a:t>Chúng tôi hiểu rằng hạng mục kỹ thuật thường nằm khuất sau trần và trong tường, nhưng lại quyết định sự an toàn và khả năng vận hành lâu dài của công trình. Vì vậy, mỗi công việc tại BLT đều được kiểm soát theo quy trình: khảo sát, lập phương án, chuẩn bị vật tư, thi công, kiểm tra – thử nghiệm, nghiệm thu và bảo hành. Mọi hình ảnh hiện trường đều được ghi nhận kèm thời gian và vị trí để minh bạch với khách hàng.</a:t>
            </a:r>
            <a:endParaRPr lang="en-US" sz="1150" dirty="0"/>
          </a:p>
          <a:p>
            <a:pPr indent="0" marL="0">
              <a:lnSpc>
                <a:spcPct val="115000"/>
              </a:lnSpc>
              <a:spcAft>
                <a:spcPts val="800"/>
              </a:spcAft>
              <a:buNone/>
            </a:pPr>
            <a:r>
              <a:rPr lang="en-US" sz="1150" dirty="0">
                <a:solidFill>
                  <a:schemeClr val="tx1"/>
                </a:solidFill>
              </a:rPr>
              <a:t>Với phương châm “Giải pháp điện nước – Uy tín &amp; Chất lượng”, BLT mong muốn được đồng hành cùng Quý vị trong các dự án sắp tới.</a:t>
            </a:r>
            <a:endParaRPr lang="en-US" sz="1150" dirty="0"/>
          </a:p>
          <a:p>
            <a:pPr indent="0" marL="0">
              <a:lnSpc>
                <a:spcPct val="115000"/>
              </a:lnSpc>
              <a:spcAft>
                <a:spcPts val="800"/>
              </a:spcAft>
              <a:buNone/>
            </a:pPr>
            <a:r>
              <a:rPr lang="en-US" sz="1150" b="1" dirty="0">
                <a:solidFill>
                  <a:schemeClr val="tx1"/>
                </a:solidFill>
              </a:rPr>
              <a:t>Trân trọng!</a:t>
            </a:r>
            <a:endParaRPr lang="en-US" sz="1150" dirty="0"/>
          </a:p>
        </p:txBody>
      </p:sp>
      <p:sp>
        <p:nvSpPr>
          <p:cNvPr id="7" name="Text 4"/>
          <p:cNvSpPr txBox="1"/>
          <p:nvPr/>
        </p:nvSpPr>
        <p:spPr>
          <a:xfrm>
            <a:off x="4315968" y="8321040"/>
            <a:ext cx="2743200" cy="228600"/>
          </a:xfrm>
          <a:prstGeom prst="rect">
            <a:avLst/>
          </a:prstGeom>
          <a:noFill/>
          <a:ln/>
        </p:spPr>
        <p:txBody>
          <a:bodyPr wrap="square" lIns="0" tIns="0" rIns="0" bIns="0" rtlCol="0" anchor="ctr"/>
          <a:lstStyle/>
          <a:p>
            <a:pPr algn="ctr" indent="0" marL="0">
              <a:buNone/>
            </a:pPr>
            <a:r>
              <a:rPr lang="en-US" sz="900" b="1" spc="200" kern="0" dirty="0">
                <a:solidFill>
                  <a:schemeClr val="accent3"/>
                </a:solidFill>
              </a:rPr>
              <a:t>GIÁM ĐỐC</a:t>
            </a:r>
            <a:endParaRPr lang="en-US" sz="900" dirty="0"/>
          </a:p>
        </p:txBody>
      </p:sp>
      <p:sp>
        <p:nvSpPr>
          <p:cNvPr id="8" name="Text 5"/>
          <p:cNvSpPr txBox="1"/>
          <p:nvPr/>
        </p:nvSpPr>
        <p:spPr>
          <a:xfrm>
            <a:off x="4315968" y="9006840"/>
            <a:ext cx="274320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HỒ VĂN BÌNH</a:t>
            </a:r>
            <a:endParaRPr lang="en-US" sz="14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50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50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50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logo" descr="preencoded.png">    </p:cNvPr>
          <p:cNvPicPr>
            <a:picLocks noChangeAspect="1"/>
          </p:cNvPicPr>
          <p:nvPr/>
        </p:nvPicPr>
        <p:blipFill>
          <a:blip r:embed="rId1"/>
          <a:stretch>
            <a:fillRect/>
          </a:stretch>
        </p:blipFill>
        <p:spPr>
          <a:xfrm>
            <a:off x="2775204" y="1371600"/>
            <a:ext cx="2011680" cy="2011680"/>
          </a:xfrm>
          <a:prstGeom prst="rect">
            <a:avLst/>
          </a:prstGeom>
        </p:spPr>
      </p:pic>
      <p:sp>
        <p:nvSpPr>
          <p:cNvPr id="3" name="Text 0"/>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4" name="Text 1"/>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5" name="Text 2"/>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6" name="Text 3"/>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7" name="Text 4"/>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8" name="Text 5"/>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9" name="Text 6"/>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0" name="Text 7"/>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1" name="Text 8"/>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2" name="Text 9"/>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3" name="Text 10"/>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4" name="Text 11"/>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5" name="Text 12"/>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6" name="Text 13"/>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7" name="Text 14"/>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18" name="Text 15"/>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2026-10-10T23:53:39Z</dcterms:created>
  <dcterms:modified xsi:type="dcterms:W3CDTF">2026-10-10T23:53:39Z</dcterms:modified>
</cp:coreProperties>
</file>