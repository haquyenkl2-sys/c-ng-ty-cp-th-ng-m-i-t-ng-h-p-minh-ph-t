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3e069b9-7186-cedc-00fa-c2c4cf52167f}">
          <p14:sldIdLst>
            <p14:sldId id="256"/>
            <p14:sldId id="257"/>
            <p14:sldId id="258"/>
          </p14:sldIdLst>
        </p14:section>
        <p14:section name="01 Tổng quan" id="{3dbca801-b882-81d2-05d8-db0120258c1d}">
          <p14:sldIdLst>
            <p14:sldId id="259"/>
            <p14:sldId id="260"/>
            <p14:sldId id="261"/>
            <p14:sldId id="262"/>
            <p14:sldId id="263"/>
          </p14:sldIdLst>
        </p14:section>
        <p14:section name="02 Điện nước công trình" id="{ca14664f-04af-4663-510e-87e493af5436}">
          <p14:sldIdLst>
            <p14:sldId id="264"/>
            <p14:sldId id="265"/>
            <p14:sldId id="266"/>
          </p14:sldIdLst>
        </p14:section>
        <p14:section name="03 Hút sương dầu nhà xưởng" id="{3b69e163-4e76-3124-b2ec-6ad30335e34e}">
          <p14:sldIdLst>
            <p14:sldId id="267"/>
            <p14:sldId id="268"/>
            <p14:sldId id="269"/>
          </p14:sldIdLst>
        </p14:section>
        <p14:section name="04 Bơm &amp; xử lý nước" id="{ba7d8ca2-922c-9ef4-34e9-1e06e1251d98}">
          <p14:sldIdLst>
            <p14:sldId id="270"/>
          </p14:sldIdLst>
        </p14:section>
        <p14:section name="05 Quản trị dự án" id="{03e10926-1504-8d2b-0466-449131ceca12}">
          <p14:sldIdLst>
            <p14:sldId id="271"/>
            <p14:sldId id="272"/>
            <p14:sldId id="273"/>
          </p14:sldIdLst>
        </p14:section>
        <p14:section name="06 Nguồn lực" id="{8cc68f40-b78a-d0d4-7915-05151147c1f7}">
          <p14:sldIdLst>
            <p14:sldId id="274"/>
            <p14:sldId id="275"/>
          </p14:sldIdLst>
        </p14:section>
        <p14:section name="07 Công trình tiêu biểu" id="{c3b1f5d6-8160-209f-34f2-70e9612192b1}">
          <p14:sldIdLst>
            <p14:sldId id="276"/>
            <p14:sldId id="277"/>
            <p14:sldId id="278"/>
            <p14:sldId id="279"/>
          </p14:sldIdLst>
        </p14:section>
        <p14:section name="08 Cam kết &amp; liên hệ" id="{f0b14318-3242-a4e5-04ce-8917b4bab8b7}">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64008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6720840"/>
            <a:ext cx="6556248" cy="2880360"/>
          </a:xfrm>
          <a:prstGeom prst="roundRect">
            <a:avLst>
              <a:gd name="adj" fmla="val 2540"/>
            </a:avLst>
          </a:prstGeom>
          <a:solidFill>
            <a:schemeClr val="bg2"/>
          </a:solidFill>
          <a:ln w="12700">
            <a:solidFill>
              <a:schemeClr val="bg2"/>
            </a:solidFill>
            <a:prstDash val="solid"/>
          </a:ln>
        </p:spPr>
      </p:sp>
      <p:sp>
        <p:nvSpPr>
          <p:cNvPr id="7" name="Text 4"/>
          <p:cNvSpPr txBox="1"/>
          <p:nvPr/>
        </p:nvSpPr>
        <p:spPr>
          <a:xfrm>
            <a:off x="777240" y="6903720"/>
            <a:ext cx="6007608" cy="2514600"/>
          </a:xfrm>
          <a:prstGeom prst="rect">
            <a:avLst/>
          </a:prstGeom>
          <a:noFill/>
          <a:ln/>
        </p:spPr>
        <p:txBody>
          <a:bodyPr wrap="square" lIns="0" tIns="0" rIns="0" bIns="0" rtlCol="0" anchor="ctr"/>
          <a:lstStyle/>
          <a:p>
            <a:pPr marL="152400" indent="-152400">
              <a:lnSpc>
                <a:spcPct val="170000"/>
              </a:lnSpc>
              <a:spcAft>
                <a:spcPts val="900"/>
              </a:spcAft>
              <a:buSzPct val="100000"/>
              <a:buChar char="•"/>
            </a:pPr>
            <a:r>
              <a:rPr lang="en-US" sz="1150" dirty="0">
                <a:solidFill>
                  <a:schemeClr val="tx1"/>
                </a:solidFill>
              </a:rPr>
              <a:t>Lắp đặt hệ thống điện động lực, điện chiếu sáng, tủ điện, máng – thang cáp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cấp, thoát nước công trình dân dụng và công nghiệp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đường ống công nghệ, hút sương dầu – lọc khí nhà xưởng</a:t>
            </a:r>
            <a:endParaRPr lang="en-US" sz="1150" dirty="0"/>
          </a:p>
          <a:p>
            <a:pPr marL="152400" indent="-152400">
              <a:lnSpc>
                <a:spcPct val="170000"/>
              </a:lnSpc>
              <a:spcAft>
                <a:spcPts val="900"/>
              </a:spcAft>
              <a:buSzPct val="100000"/>
              <a:buChar char="•"/>
            </a:pPr>
            <a:r>
              <a:rPr lang="en-US" sz="1150" dirty="0">
                <a:solidFill>
                  <a:schemeClr val="tx1"/>
                </a:solidFill>
              </a:rPr>
              <a:t>Lắp đặt máy móc, thiết bị công nghiệp: bơm, bồn lọc, thiết bị xử lý nước</a:t>
            </a:r>
            <a:endParaRPr lang="en-US" sz="1150" dirty="0"/>
          </a:p>
          <a:p>
            <a:pPr marL="152400" indent="-152400">
              <a:lnSpc>
                <a:spcPct val="170000"/>
              </a:lnSpc>
              <a:spcAft>
                <a:spcPts val="900"/>
              </a:spcAft>
              <a:buSzPct val="100000"/>
              <a:buChar char="•"/>
            </a:pPr>
            <a:r>
              <a:rPr lang="en-US" sz="1150" dirty="0">
                <a:solidFill>
                  <a:schemeClr val="tx1"/>
                </a:solidFill>
              </a:rPr>
              <a:t>Bảo trì, sửa chữa, cải tạo hệ thống kỹ thuật công trình</a:t>
            </a:r>
            <a:endParaRPr lang="en-US" sz="11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2026-10-11T00:41:08Z</dcterms:created>
  <dcterms:modified xsi:type="dcterms:W3CDTF">2026-10-11T00:41:08Z</dcterms:modified>
</cp:coreProperties>
</file>