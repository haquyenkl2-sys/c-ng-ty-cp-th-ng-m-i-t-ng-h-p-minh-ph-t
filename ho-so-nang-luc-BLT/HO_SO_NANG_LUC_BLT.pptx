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a6fcc34-09e9-fbd9-adf6-e0873fc02cf3}">
          <p14:sldIdLst>
            <p14:sldId id="256"/>
            <p14:sldId id="257"/>
            <p14:sldId id="258"/>
          </p14:sldIdLst>
        </p14:section>
        <p14:section name="01 Tổng quan" id="{a94057ce-cf9f-82d5-41e1-ae983700efe7}">
          <p14:sldIdLst>
            <p14:sldId id="259"/>
            <p14:sldId id="260"/>
            <p14:sldId id="261"/>
            <p14:sldId id="262"/>
            <p14:sldId id="263"/>
          </p14:sldIdLst>
        </p14:section>
        <p14:section name="02 Điện nước công trình" id="{ebb49ce2-94bb-c674-e56d-969abe8e94d3}">
          <p14:sldIdLst>
            <p14:sldId id="264"/>
            <p14:sldId id="265"/>
            <p14:sldId id="266"/>
          </p14:sldIdLst>
        </p14:section>
        <p14:section name="03 Hút sương dầu nhà xưởng" id="{5cbf009b-7776-e4dc-05ed-687829378866}">
          <p14:sldIdLst>
            <p14:sldId id="267"/>
            <p14:sldId id="268"/>
            <p14:sldId id="269"/>
          </p14:sldIdLst>
        </p14:section>
        <p14:section name="04 Bơm &amp; xử lý nước" id="{7d7c5a59-6da3-b0c4-f327-5835da0aac2d}">
          <p14:sldIdLst>
            <p14:sldId id="270"/>
          </p14:sldIdLst>
        </p14:section>
        <p14:section name="05 Quản trị dự án" id="{1837488a-8219-0349-745b-65401d3e21f9}">
          <p14:sldIdLst>
            <p14:sldId id="271"/>
            <p14:sldId id="272"/>
            <p14:sldId id="273"/>
          </p14:sldIdLst>
        </p14:section>
        <p14:section name="06 Nguồn lực" id="{4adc0c37-94d1-b061-a281-076cd09e726a}">
          <p14:sldIdLst>
            <p14:sldId id="274"/>
            <p14:sldId id="275"/>
          </p14:sldIdLst>
        </p14:section>
        <p14:section name="07 Công trình tiêu biểu" id="{7c0c92b7-ab67-24cd-1097-00a7eae29f6d}">
          <p14:sldIdLst>
            <p14:sldId id="276"/>
            <p14:sldId id="277"/>
            <p14:sldId id="278"/>
            <p14:sldId id="279"/>
          </p14:sldIdLst>
        </p14:section>
        <p14:section name="08 Cam kết &amp; liên hệ" id="{5c1a7078-f4cc-f5ec-31de-3dbfcc6c63c2}">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2026-10-10T23:57:15Z</dcterms:created>
  <dcterms:modified xsi:type="dcterms:W3CDTF">2026-10-10T23:57:15Z</dcterms:modified>
</cp:coreProperties>
</file>